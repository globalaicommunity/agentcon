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3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04E4E-7CC9-E241-A557-5CCD658E2A5A}" v="1" dt="2025-09-18T10:28:09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1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e Lee" userId="S::jasmine.lee@avepoint.com::ec9c05fc-7ef8-4ca6-9df1-7e2d4bb10f3a" providerId="AD" clId="Web-{D3D0129F-39D0-1A5E-2C2F-917B3A9B448E}"/>
    <pc:docChg chg="addSld">
      <pc:chgData name="Jasmine Lee" userId="S::jasmine.lee@avepoint.com::ec9c05fc-7ef8-4ca6-9df1-7e2d4bb10f3a" providerId="AD" clId="Web-{D3D0129F-39D0-1A5E-2C2F-917B3A9B448E}" dt="2025-08-25T09:27:12.548" v="4"/>
      <pc:docMkLst>
        <pc:docMk/>
      </pc:docMkLst>
    </pc:docChg>
  </pc:docChgLst>
  <pc:docChgLst>
    <pc:chgData name="Henk Boelman" userId="117ffa63-e6c3-4044-b401-a14bd3a2e3cb" providerId="ADAL" clId="{7A77F45F-D847-56E3-A588-1C3FC747768E}"/>
    <pc:docChg chg="undo custSel delSld modSld">
      <pc:chgData name="Henk Boelman" userId="117ffa63-e6c3-4044-b401-a14bd3a2e3cb" providerId="ADAL" clId="{7A77F45F-D847-56E3-A588-1C3FC747768E}" dt="2025-09-18T10:28:15.280" v="6" actId="1076"/>
      <pc:docMkLst>
        <pc:docMk/>
      </pc:docMkLst>
      <pc:sldChg chg="addSp delSp modSp mod">
        <pc:chgData name="Henk Boelman" userId="117ffa63-e6c3-4044-b401-a14bd3a2e3cb" providerId="ADAL" clId="{7A77F45F-D847-56E3-A588-1C3FC747768E}" dt="2025-09-18T10:28:15.280" v="6" actId="1076"/>
        <pc:sldMkLst>
          <pc:docMk/>
          <pc:sldMk cId="274453854" sldId="256"/>
        </pc:sldMkLst>
        <pc:picChg chg="add mod">
          <ac:chgData name="Henk Boelman" userId="117ffa63-e6c3-4044-b401-a14bd3a2e3cb" providerId="ADAL" clId="{7A77F45F-D847-56E3-A588-1C3FC747768E}" dt="2025-09-18T10:28:15.280" v="6" actId="1076"/>
          <ac:picMkLst>
            <pc:docMk/>
            <pc:sldMk cId="274453854" sldId="256"/>
            <ac:picMk id="2" creationId="{7CEA63AF-066A-26B4-69A0-69A6E7401B3D}"/>
          </ac:picMkLst>
        </pc:picChg>
        <pc:picChg chg="add mod">
          <ac:chgData name="Henk Boelman" userId="117ffa63-e6c3-4044-b401-a14bd3a2e3cb" providerId="ADAL" clId="{7A77F45F-D847-56E3-A588-1C3FC747768E}" dt="2025-09-18T10:28:15.280" v="6" actId="1076"/>
          <ac:picMkLst>
            <pc:docMk/>
            <pc:sldMk cId="274453854" sldId="256"/>
            <ac:picMk id="3" creationId="{A3B91E29-3B4B-0855-D861-0F7E5E7634BE}"/>
          </ac:picMkLst>
        </pc:picChg>
        <pc:picChg chg="del">
          <ac:chgData name="Henk Boelman" userId="117ffa63-e6c3-4044-b401-a14bd3a2e3cb" providerId="ADAL" clId="{7A77F45F-D847-56E3-A588-1C3FC747768E}" dt="2025-09-18T10:28:03.370" v="2" actId="478"/>
          <ac:picMkLst>
            <pc:docMk/>
            <pc:sldMk cId="274453854" sldId="256"/>
            <ac:picMk id="19" creationId="{6E4DB685-FF8C-3C95-3CD0-4144A9BF3B3E}"/>
          </ac:picMkLst>
        </pc:picChg>
        <pc:picChg chg="del">
          <ac:chgData name="Henk Boelman" userId="117ffa63-e6c3-4044-b401-a14bd3a2e3cb" providerId="ADAL" clId="{7A77F45F-D847-56E3-A588-1C3FC747768E}" dt="2025-09-18T10:28:02.653" v="1" actId="478"/>
          <ac:picMkLst>
            <pc:docMk/>
            <pc:sldMk cId="274453854" sldId="256"/>
            <ac:picMk id="21" creationId="{8151F652-30BE-5A00-24A6-179D5910C4A2}"/>
          </ac:picMkLst>
        </pc:picChg>
        <pc:picChg chg="add del">
          <ac:chgData name="Henk Boelman" userId="117ffa63-e6c3-4044-b401-a14bd3a2e3cb" providerId="ADAL" clId="{7A77F45F-D847-56E3-A588-1C3FC747768E}" dt="2025-09-18T10:28:06.454" v="4" actId="478"/>
          <ac:picMkLst>
            <pc:docMk/>
            <pc:sldMk cId="274453854" sldId="256"/>
            <ac:picMk id="23" creationId="{BCED1A43-004F-ED08-6DBF-8932E133FC66}"/>
          </ac:picMkLst>
        </pc:picChg>
      </pc:sldChg>
      <pc:sldChg chg="del">
        <pc:chgData name="Henk Boelman" userId="117ffa63-e6c3-4044-b401-a14bd3a2e3cb" providerId="ADAL" clId="{7A77F45F-D847-56E3-A588-1C3FC747768E}" dt="2025-09-18T10:28:00.085" v="0" actId="2696"/>
        <pc:sldMkLst>
          <pc:docMk/>
          <pc:sldMk cId="4029145007" sldId="257"/>
        </pc:sldMkLst>
      </pc:sldChg>
      <pc:sldChg chg="del">
        <pc:chgData name="Henk Boelman" userId="117ffa63-e6c3-4044-b401-a14bd3a2e3cb" providerId="ADAL" clId="{7A77F45F-D847-56E3-A588-1C3FC747768E}" dt="2025-09-18T10:28:00.085" v="0" actId="2696"/>
        <pc:sldMkLst>
          <pc:docMk/>
          <pc:sldMk cId="1295487415" sldId="258"/>
        </pc:sldMkLst>
      </pc:sldChg>
      <pc:sldChg chg="del">
        <pc:chgData name="Henk Boelman" userId="117ffa63-e6c3-4044-b401-a14bd3a2e3cb" providerId="ADAL" clId="{7A77F45F-D847-56E3-A588-1C3FC747768E}" dt="2025-09-18T10:28:00.085" v="0" actId="2696"/>
        <pc:sldMkLst>
          <pc:docMk/>
          <pc:sldMk cId="3649152282" sldId="259"/>
        </pc:sldMkLst>
      </pc:sldChg>
      <pc:sldChg chg="del">
        <pc:chgData name="Henk Boelman" userId="117ffa63-e6c3-4044-b401-a14bd3a2e3cb" providerId="ADAL" clId="{7A77F45F-D847-56E3-A588-1C3FC747768E}" dt="2025-09-18T10:28:00.085" v="0" actId="2696"/>
        <pc:sldMkLst>
          <pc:docMk/>
          <pc:sldMk cId="2772261419" sldId="260"/>
        </pc:sldMkLst>
      </pc:sldChg>
      <pc:sldChg chg="del">
        <pc:chgData name="Henk Boelman" userId="117ffa63-e6c3-4044-b401-a14bd3a2e3cb" providerId="ADAL" clId="{7A77F45F-D847-56E3-A588-1C3FC747768E}" dt="2025-09-18T10:28:00.085" v="0" actId="2696"/>
        <pc:sldMkLst>
          <pc:docMk/>
          <pc:sldMk cId="24938774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0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4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8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6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1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8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0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7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0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3BA81-6604-5F41-937E-E00DED30DDD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27E0E-2E84-B241-AE93-4D7CC953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3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frame with a cartoon character&#10;&#10;AI-generated content may be incorrect.">
            <a:extLst>
              <a:ext uri="{FF2B5EF4-FFF2-40B4-BE49-F238E27FC236}">
                <a16:creationId xmlns:a16="http://schemas.microsoft.com/office/drawing/2014/main" id="{FFC1EE7A-63C7-AE25-CA51-E3AF185D59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71" y="-130366"/>
            <a:ext cx="10061941" cy="7118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C9FAB-44D1-5F36-B99E-AF20B3AD4CAE}"/>
              </a:ext>
            </a:extLst>
          </p:cNvPr>
          <p:cNvSpPr txBox="1"/>
          <p:nvPr/>
        </p:nvSpPr>
        <p:spPr>
          <a:xfrm>
            <a:off x="1126434" y="1951762"/>
            <a:ext cx="7845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Certificate of Appreciation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DB812-BA66-4A38-962C-4B60B5548532}"/>
              </a:ext>
            </a:extLst>
          </p:cNvPr>
          <p:cNvSpPr txBox="1"/>
          <p:nvPr/>
        </p:nvSpPr>
        <p:spPr>
          <a:xfrm>
            <a:off x="1030355" y="2628169"/>
            <a:ext cx="784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certificate is proudly presented to</a:t>
            </a:r>
            <a:endParaRPr lang="en-US" sz="1200" b="1" dirty="0">
              <a:solidFill>
                <a:srgbClr val="55331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A6118-6F87-BF38-1A2B-D778362B7065}"/>
              </a:ext>
            </a:extLst>
          </p:cNvPr>
          <p:cNvSpPr txBox="1"/>
          <p:nvPr/>
        </p:nvSpPr>
        <p:spPr>
          <a:xfrm>
            <a:off x="1126434" y="3590841"/>
            <a:ext cx="78452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recognition of your valuable contribution as a </a:t>
            </a:r>
          </a:p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Volunteer at </a:t>
            </a:r>
            <a:r>
              <a:rPr lang="en-PH" sz="1200" b="1" dirty="0" err="1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AgentCon</a:t>
            </a:r>
            <a:r>
              <a:rPr lang="en-PH" sz="12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[City], [Date].</a:t>
            </a:r>
          </a:p>
          <a:p>
            <a:pPr algn="ctr"/>
            <a:endParaRPr lang="en-PH" sz="1200" b="1" dirty="0">
              <a:solidFill>
                <a:srgbClr val="55331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dedication, time, and effort have been instrumental in making this event a success.</a:t>
            </a:r>
            <a:b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We sincerely thank you for your commitment and support. </a:t>
            </a:r>
          </a:p>
          <a:p>
            <a:pPr algn="ctr"/>
            <a:endParaRPr lang="en-PH" sz="1200" b="1" dirty="0">
              <a:solidFill>
                <a:srgbClr val="55331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92B377-0AD0-5AB6-02A4-FFFB402993C1}"/>
              </a:ext>
            </a:extLst>
          </p:cNvPr>
          <p:cNvSpPr txBox="1"/>
          <p:nvPr/>
        </p:nvSpPr>
        <p:spPr>
          <a:xfrm>
            <a:off x="1731412" y="5662911"/>
            <a:ext cx="1457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endParaRPr lang="en-PH" sz="1200" b="1" dirty="0">
              <a:solidFill>
                <a:srgbClr val="55331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8AC5AB-7017-3AB3-B047-CD321A2A8908}"/>
              </a:ext>
            </a:extLst>
          </p:cNvPr>
          <p:cNvCxnSpPr>
            <a:cxnSpLocks/>
          </p:cNvCxnSpPr>
          <p:nvPr/>
        </p:nvCxnSpPr>
        <p:spPr>
          <a:xfrm>
            <a:off x="1448486" y="5655158"/>
            <a:ext cx="2239617" cy="0"/>
          </a:xfrm>
          <a:prstGeom prst="line">
            <a:avLst/>
          </a:prstGeom>
          <a:ln w="9525">
            <a:solidFill>
              <a:srgbClr val="553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62E581-13F3-4A58-F852-5158FD5E8E35}"/>
              </a:ext>
            </a:extLst>
          </p:cNvPr>
          <p:cNvSpPr txBox="1"/>
          <p:nvPr/>
        </p:nvSpPr>
        <p:spPr>
          <a:xfrm>
            <a:off x="6392824" y="5670663"/>
            <a:ext cx="1457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Presented by</a:t>
            </a:r>
            <a:endParaRPr lang="en-PH" sz="1200" b="1" dirty="0">
              <a:solidFill>
                <a:srgbClr val="55331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CD6A9C-0717-FFFE-04FB-93EB853922B0}"/>
              </a:ext>
            </a:extLst>
          </p:cNvPr>
          <p:cNvCxnSpPr>
            <a:cxnSpLocks/>
          </p:cNvCxnSpPr>
          <p:nvPr/>
        </p:nvCxnSpPr>
        <p:spPr>
          <a:xfrm>
            <a:off x="6004053" y="5625792"/>
            <a:ext cx="2239617" cy="0"/>
          </a:xfrm>
          <a:prstGeom prst="line">
            <a:avLst/>
          </a:prstGeom>
          <a:ln w="9525">
            <a:solidFill>
              <a:srgbClr val="553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45B4C4-2A93-6D80-DB29-1A623852FB6E}"/>
              </a:ext>
            </a:extLst>
          </p:cNvPr>
          <p:cNvSpPr txBox="1"/>
          <p:nvPr/>
        </p:nvSpPr>
        <p:spPr>
          <a:xfrm>
            <a:off x="1536760" y="5303924"/>
            <a:ext cx="2066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September 9</a:t>
            </a:r>
            <a:r>
              <a:rPr lang="en-US" sz="1200" b="1" baseline="30000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12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55B47-358F-DC65-2BCA-A7B744A04294}"/>
              </a:ext>
            </a:extLst>
          </p:cNvPr>
          <p:cNvSpPr txBox="1"/>
          <p:nvPr/>
        </p:nvSpPr>
        <p:spPr>
          <a:xfrm>
            <a:off x="6088343" y="5348793"/>
            <a:ext cx="2066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[Name]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BF65CB-BB45-F4DA-3E82-8D65CD5449C9}"/>
              </a:ext>
            </a:extLst>
          </p:cNvPr>
          <p:cNvSpPr txBox="1"/>
          <p:nvPr/>
        </p:nvSpPr>
        <p:spPr>
          <a:xfrm>
            <a:off x="1126433" y="3028890"/>
            <a:ext cx="7845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5331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[Name]</a:t>
            </a:r>
          </a:p>
        </p:txBody>
      </p:sp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BCED1A43-004F-ED08-6DBF-8932E133F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340" y="960427"/>
            <a:ext cx="1152154" cy="245734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4DDA0046-1E7C-73D4-AF57-9FBCD2C03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376" y="917897"/>
            <a:ext cx="1062413" cy="305291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CEA63AF-066A-26B4-69A0-69A6E7401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2" y="1004373"/>
            <a:ext cx="1152154" cy="245734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3B91E29-3B4B-0855-D861-0F7E5E76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248" y="961843"/>
            <a:ext cx="1062413" cy="3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417A33E36C64E8223224FC2B2EF56" ma:contentTypeVersion="11" ma:contentTypeDescription="Create a new document." ma:contentTypeScope="" ma:versionID="485f03a44e4e9bfd1be721e6fd5a2392">
  <xsd:schema xmlns:xsd="http://www.w3.org/2001/XMLSchema" xmlns:xs="http://www.w3.org/2001/XMLSchema" xmlns:p="http://schemas.microsoft.com/office/2006/metadata/properties" xmlns:ns2="7e6de9a8-e9b2-48c3-b266-40b9aa566d1a" xmlns:ns3="187c3472-83de-4165-bfe8-7961994a9d24" targetNamespace="http://schemas.microsoft.com/office/2006/metadata/properties" ma:root="true" ma:fieldsID="31a18ae893066d76f6dffca44deb9764" ns2:_="" ns3:_="">
    <xsd:import namespace="7e6de9a8-e9b2-48c3-b266-40b9aa566d1a"/>
    <xsd:import namespace="187c3472-83de-4165-bfe8-7961994a9d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de9a8-e9b2-48c3-b266-40b9aa566d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278fd95-a05d-44bb-b06c-21f5d09e9e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7c3472-83de-4165-bfe8-7961994a9d2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b3edbfd-5b23-497a-8488-6158c58a2d8a}" ma:internalName="TaxCatchAll" ma:showField="CatchAllData" ma:web="187c3472-83de-4165-bfe8-7961994a9d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7c3472-83de-4165-bfe8-7961994a9d24" xsi:nil="true"/>
    <lcf76f155ced4ddcb4097134ff3c332f xmlns="7e6de9a8-e9b2-48c3-b266-40b9aa566d1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D5CC76-3C65-4FEF-B087-E1E1FB418C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6de9a8-e9b2-48c3-b266-40b9aa566d1a"/>
    <ds:schemaRef ds:uri="187c3472-83de-4165-bfe8-7961994a9d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662483-CC55-4EDE-81E4-EAB8102051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3D1FE5-4694-46C2-8312-7073FF0943B6}">
  <ds:schemaRefs>
    <ds:schemaRef ds:uri="http://schemas.openxmlformats.org/package/2006/metadata/core-properties"/>
    <ds:schemaRef ds:uri="7e6de9a8-e9b2-48c3-b266-40b9aa566d1a"/>
    <ds:schemaRef ds:uri="http://purl.org/dc/terms/"/>
    <ds:schemaRef ds:uri="http://schemas.microsoft.com/office/infopath/2007/PartnerControls"/>
    <ds:schemaRef ds:uri="http://schemas.microsoft.com/office/2006/documentManagement/types"/>
    <ds:schemaRef ds:uri="187c3472-83de-4165-bfe8-7961994a9d24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69</Words>
  <Application>Microsoft Macintosh PowerPoint</Application>
  <PresentationFormat>A4 Paper (210x297 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Aldrin Suan</dc:creator>
  <cp:lastModifiedBy>Henk Boelman</cp:lastModifiedBy>
  <cp:revision>3</cp:revision>
  <dcterms:created xsi:type="dcterms:W3CDTF">2025-08-22T05:45:31Z</dcterms:created>
  <dcterms:modified xsi:type="dcterms:W3CDTF">2025-09-18T10:28:19Z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0x010100889417A33E36C64E8223224FC2B2EF56</vt:lpwstr>
  </property>
  <property fmtid="{D5CDD505-2E9C-101B-9397-08002B2CF9AE}" pid="3" name="MediaServiceImageTags">
    <vt:lpwstr/>
  </property>
</Properties>
</file>