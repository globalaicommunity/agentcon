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5"/>
  </p:notesMasterIdLst>
  <p:handoutMasterIdLst>
    <p:handoutMasterId r:id="rId6"/>
  </p:handoutMasterIdLst>
  <p:sldIdLst>
    <p:sldId id="258" r:id="rId2"/>
    <p:sldId id="256" r:id="rId3"/>
    <p:sldId id="257" r:id="rId4"/>
  </p:sldIdLst>
  <p:sldSz cx="12192000" cy="6858000"/>
  <p:notesSz cx="6858000" cy="9144000"/>
  <p:embeddedFontLst>
    <p:embeddedFont>
      <p:font typeface="Lufga" panose="00000500000000000000" pitchFamily="50" charset="0"/>
      <p:regular r:id="rId7"/>
      <p:bold r:id="rId8"/>
      <p:italic r:id="rId9"/>
      <p:boldItalic r:id="rId1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5649"/>
    <a:srgbClr val="DDD7C0"/>
    <a:srgbClr val="13211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14" autoAdjust="0"/>
    <p:restoredTop sz="94660"/>
  </p:normalViewPr>
  <p:slideViewPr>
    <p:cSldViewPr snapToGrid="0">
      <p:cViewPr varScale="1">
        <p:scale>
          <a:sx n="97" d="100"/>
          <a:sy n="97" d="100"/>
        </p:scale>
        <p:origin x="1110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5" d="100"/>
          <a:sy n="85" d="100"/>
        </p:scale>
        <p:origin x="3888" y="9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2.fntdata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font" Target="fonts/font1.fntdata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handoutMaster" Target="handoutMasters/handoutMaster1.xml"/><Relationship Id="rId11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10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font" Target="fonts/font3.fntdata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85B94FC-C394-660C-315C-2CC6BFE5D75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DA7FDF9-F2C3-1D78-E928-EA2CC7C8674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A2E83D4-0712-4B80-9A04-DAA4D13CDEEA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B752DA-6700-D9D3-415A-36AA855FE15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05558E0-45CC-0E4C-EB32-643F62E1279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8B0559A-D670-4967-8855-A892FB9B94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052789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6987D1C-95F8-4EC2-A8BC-B964CB04ED1E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A89F342-0359-4B02-A5FB-CCB8A82A50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94995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DA7DCA-9B05-7609-52B3-05F8E7DCDF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C033DBA-F3FE-5686-FE62-ED0E7BCF12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1D1CAA-6E08-D0FA-1807-9EBBC3727E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70270-E84E-4A05-BDBE-19BEB135420D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88634D-DBAD-3296-AEB7-933993D445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397187-6D2E-BB6D-76F9-07949E2BAD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5EB02-4E5E-45C1-8772-57042DB49D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80574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DD1D7B-AC56-2FE8-27D2-995423708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0D526F-2FEB-AE63-544C-F91CAAEA52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DB4D70-52BC-19B1-41CD-5982044089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70270-E84E-4A05-BDBE-19BEB135420D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BD85F9-09EC-9FD7-E247-DE60AF55E2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5131B2-E759-BAC9-593A-A9A59DDC01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5EB02-4E5E-45C1-8772-57042DB49DC1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8C305EC-6B0E-C106-C7C3-C21594509DDC}"/>
              </a:ext>
            </a:extLst>
          </p:cNvPr>
          <p:cNvSpPr/>
          <p:nvPr userDrawn="1"/>
        </p:nvSpPr>
        <p:spPr>
          <a:xfrm>
            <a:off x="0" y="6516777"/>
            <a:ext cx="12192000" cy="341223"/>
          </a:xfrm>
          <a:prstGeom prst="rect">
            <a:avLst/>
          </a:prstGeom>
          <a:solidFill>
            <a:srgbClr val="DDD7C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930E74C-4634-6B5C-023D-FF24C77B4126}"/>
              </a:ext>
            </a:extLst>
          </p:cNvPr>
          <p:cNvSpPr txBox="1"/>
          <p:nvPr userDrawn="1"/>
        </p:nvSpPr>
        <p:spPr>
          <a:xfrm>
            <a:off x="8782333" y="6555331"/>
            <a:ext cx="32512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665649"/>
                </a:solidFill>
                <a:latin typeface="Lufga" panose="00000500000000000000" pitchFamily="50" charset="0"/>
              </a:rPr>
              <a:t>#AgentCon | @GlobalAICommunity</a:t>
            </a:r>
          </a:p>
        </p:txBody>
      </p:sp>
    </p:spTree>
    <p:extLst>
      <p:ext uri="{BB962C8B-B14F-4D97-AF65-F5344CB8AC3E}">
        <p14:creationId xmlns:p14="http://schemas.microsoft.com/office/powerpoint/2010/main" val="39590058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8665F4-2907-AEC7-746E-5A932191E6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5DA72A-5C10-766D-80C0-579AE29C71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516EA6-2D5B-9A7E-B855-47737FFB28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70270-E84E-4A05-BDBE-19BEB135420D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0AC68A-2FEC-8CC4-7E0A-BA30B321DD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8D1C26-3F57-D5E1-E0EC-AF7C8F3EF4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5EB02-4E5E-45C1-8772-57042DB49DC1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9A60D85-C288-2E3B-B8F0-E43709F40D1A}"/>
              </a:ext>
            </a:extLst>
          </p:cNvPr>
          <p:cNvSpPr/>
          <p:nvPr userDrawn="1"/>
        </p:nvSpPr>
        <p:spPr>
          <a:xfrm>
            <a:off x="0" y="6516777"/>
            <a:ext cx="12192000" cy="341223"/>
          </a:xfrm>
          <a:prstGeom prst="rect">
            <a:avLst/>
          </a:prstGeom>
          <a:solidFill>
            <a:srgbClr val="DDD7C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EC42EE8-02CA-BF54-F281-8CE989992960}"/>
              </a:ext>
            </a:extLst>
          </p:cNvPr>
          <p:cNvSpPr txBox="1"/>
          <p:nvPr userDrawn="1"/>
        </p:nvSpPr>
        <p:spPr>
          <a:xfrm>
            <a:off x="8782333" y="6555331"/>
            <a:ext cx="32512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665649"/>
                </a:solidFill>
                <a:latin typeface="Lufga" panose="00000500000000000000" pitchFamily="50" charset="0"/>
              </a:rPr>
              <a:t>#AgentCon | @GlobalAICommunity</a:t>
            </a:r>
          </a:p>
        </p:txBody>
      </p:sp>
    </p:spTree>
    <p:extLst>
      <p:ext uri="{BB962C8B-B14F-4D97-AF65-F5344CB8AC3E}">
        <p14:creationId xmlns:p14="http://schemas.microsoft.com/office/powerpoint/2010/main" val="38941194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118CFF-A2A3-439C-34E2-A6A87D1E14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55EB1F-3FDC-BEEF-7B79-31A3AF830F5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474DA9E-DC20-E015-883C-1AEB0FB956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D534F6-4D4F-20CC-3151-81E6C331C4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70270-E84E-4A05-BDBE-19BEB135420D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F13762-0CDA-8AF3-907A-ED80A53134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89C546-A983-4F5D-2014-6A73DBA647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5EB02-4E5E-45C1-8772-57042DB49DC1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E0597CE-7346-4A80-7F21-5594BD0EB867}"/>
              </a:ext>
            </a:extLst>
          </p:cNvPr>
          <p:cNvSpPr/>
          <p:nvPr userDrawn="1"/>
        </p:nvSpPr>
        <p:spPr>
          <a:xfrm>
            <a:off x="0" y="6516777"/>
            <a:ext cx="12192000" cy="341223"/>
          </a:xfrm>
          <a:prstGeom prst="rect">
            <a:avLst/>
          </a:prstGeom>
          <a:solidFill>
            <a:srgbClr val="DDD7C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11313B7-7F9E-C4CC-31A1-A85242BDF637}"/>
              </a:ext>
            </a:extLst>
          </p:cNvPr>
          <p:cNvSpPr txBox="1"/>
          <p:nvPr userDrawn="1"/>
        </p:nvSpPr>
        <p:spPr>
          <a:xfrm>
            <a:off x="8782333" y="6555331"/>
            <a:ext cx="32512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665649"/>
                </a:solidFill>
                <a:latin typeface="Lufga" panose="00000500000000000000" pitchFamily="50" charset="0"/>
              </a:rPr>
              <a:t>#AgentCon | @GlobalAICommunity</a:t>
            </a:r>
          </a:p>
        </p:txBody>
      </p:sp>
    </p:spTree>
    <p:extLst>
      <p:ext uri="{BB962C8B-B14F-4D97-AF65-F5344CB8AC3E}">
        <p14:creationId xmlns:p14="http://schemas.microsoft.com/office/powerpoint/2010/main" val="30306693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2C6460-35C0-ACB8-1B64-BBBE4E3FB7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ACEEE1-2131-62A7-EF22-E7B59A62B5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E39260-F824-48DD-0829-9119B4D552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32AAF36-CDD7-5696-1212-0EDCB271AB3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9AFB544-E93D-97DA-AD49-EF0CA8C35CB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6DF75BA-991E-206F-496C-DFD2707BDD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70270-E84E-4A05-BDBE-19BEB135420D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8854900-E444-E153-AD7A-63021E2F8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CA68BA3-887A-6A1D-7C94-C769FD9577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5EB02-4E5E-45C1-8772-57042DB49DC1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58328CA-13D1-A7F5-8CCF-D31ECE645DA9}"/>
              </a:ext>
            </a:extLst>
          </p:cNvPr>
          <p:cNvSpPr/>
          <p:nvPr userDrawn="1"/>
        </p:nvSpPr>
        <p:spPr>
          <a:xfrm>
            <a:off x="0" y="6516777"/>
            <a:ext cx="12192000" cy="341223"/>
          </a:xfrm>
          <a:prstGeom prst="rect">
            <a:avLst/>
          </a:prstGeom>
          <a:solidFill>
            <a:srgbClr val="DDD7C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31A273F-BDB5-C307-5B3E-2EA49659763C}"/>
              </a:ext>
            </a:extLst>
          </p:cNvPr>
          <p:cNvSpPr txBox="1"/>
          <p:nvPr userDrawn="1"/>
        </p:nvSpPr>
        <p:spPr>
          <a:xfrm>
            <a:off x="8782333" y="6555331"/>
            <a:ext cx="32512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665649"/>
                </a:solidFill>
                <a:latin typeface="Lufga" panose="00000500000000000000" pitchFamily="50" charset="0"/>
              </a:rPr>
              <a:t>#AgentCon | @GlobalAICommunity</a:t>
            </a:r>
          </a:p>
        </p:txBody>
      </p:sp>
    </p:spTree>
    <p:extLst>
      <p:ext uri="{BB962C8B-B14F-4D97-AF65-F5344CB8AC3E}">
        <p14:creationId xmlns:p14="http://schemas.microsoft.com/office/powerpoint/2010/main" val="10917897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3E8D07-5FD8-A047-32B2-24F0FD1116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14DEDDC-6E7C-804A-9255-ABE3A2450B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70270-E84E-4A05-BDBE-19BEB135420D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9664CB7-81BF-600A-AE0A-ECBA650F73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2BC6CA2-1CE3-7196-7478-E5063C2FF0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5EB02-4E5E-45C1-8772-57042DB49DC1}" type="slidenum">
              <a:rPr lang="en-US" smtClean="0"/>
              <a:t>‹#›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2B24AF0-1003-FBF1-4BAC-72C69EDE3BF7}"/>
              </a:ext>
            </a:extLst>
          </p:cNvPr>
          <p:cNvSpPr/>
          <p:nvPr userDrawn="1"/>
        </p:nvSpPr>
        <p:spPr>
          <a:xfrm>
            <a:off x="0" y="6516777"/>
            <a:ext cx="12192000" cy="341223"/>
          </a:xfrm>
          <a:prstGeom prst="rect">
            <a:avLst/>
          </a:prstGeom>
          <a:solidFill>
            <a:srgbClr val="DDD7C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2D32194-D1D2-0AD9-4BDE-8AC9915A0E7B}"/>
              </a:ext>
            </a:extLst>
          </p:cNvPr>
          <p:cNvSpPr txBox="1"/>
          <p:nvPr userDrawn="1"/>
        </p:nvSpPr>
        <p:spPr>
          <a:xfrm>
            <a:off x="8782333" y="6555331"/>
            <a:ext cx="32512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665649"/>
                </a:solidFill>
                <a:latin typeface="Lufga" panose="00000500000000000000" pitchFamily="50" charset="0"/>
              </a:rPr>
              <a:t>#AgentCon | @GlobalAICommunity</a:t>
            </a:r>
          </a:p>
        </p:txBody>
      </p:sp>
    </p:spTree>
    <p:extLst>
      <p:ext uri="{BB962C8B-B14F-4D97-AF65-F5344CB8AC3E}">
        <p14:creationId xmlns:p14="http://schemas.microsoft.com/office/powerpoint/2010/main" val="31702661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77F4658-E9A1-B8B7-FF6A-E3CC58EC37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70270-E84E-4A05-BDBE-19BEB135420D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AB4538A-0898-047F-63F0-1645A59A4B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0BDA6F-B33D-21C0-6F52-F1939F1067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5EB02-4E5E-45C1-8772-57042DB49D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18808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F7DCB3-9E3A-279F-D7E9-4335834F86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289BB8-E501-401E-6FA1-93A35211AF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89B6406-D51E-3CA4-F961-05B9C71D18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D33E94-FD8F-D103-6B89-8771800698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70270-E84E-4A05-BDBE-19BEB135420D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C1CC59-B9E0-EB9D-F3B2-8BB207A7EB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341619-2459-8EE5-F287-E5AC164F86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5EB02-4E5E-45C1-8772-57042DB49DC1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41BBFDA-E455-035E-CF34-558F979C54C9}"/>
              </a:ext>
            </a:extLst>
          </p:cNvPr>
          <p:cNvSpPr/>
          <p:nvPr userDrawn="1"/>
        </p:nvSpPr>
        <p:spPr>
          <a:xfrm>
            <a:off x="0" y="6516777"/>
            <a:ext cx="12192000" cy="341223"/>
          </a:xfrm>
          <a:prstGeom prst="rect">
            <a:avLst/>
          </a:prstGeom>
          <a:solidFill>
            <a:srgbClr val="DDD7C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BD6F701-5E32-8CE8-4B18-BC1D01EF8622}"/>
              </a:ext>
            </a:extLst>
          </p:cNvPr>
          <p:cNvSpPr txBox="1"/>
          <p:nvPr userDrawn="1"/>
        </p:nvSpPr>
        <p:spPr>
          <a:xfrm>
            <a:off x="8782333" y="6555331"/>
            <a:ext cx="32512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665649"/>
                </a:solidFill>
                <a:latin typeface="Lufga" panose="00000500000000000000" pitchFamily="50" charset="0"/>
              </a:rPr>
              <a:t>#AgentCon | @GlobalAICommunity</a:t>
            </a:r>
          </a:p>
        </p:txBody>
      </p:sp>
    </p:spTree>
    <p:extLst>
      <p:ext uri="{BB962C8B-B14F-4D97-AF65-F5344CB8AC3E}">
        <p14:creationId xmlns:p14="http://schemas.microsoft.com/office/powerpoint/2010/main" val="514460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78BCE5-04A6-B727-8271-2AAFA8E679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0AC506D-45B8-E192-896D-0E8EBB61A36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93B607-5EE6-CBE1-EE48-8956A921F0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7EB89C-0BBE-C2C6-8B1E-6C799981DE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70270-E84E-4A05-BDBE-19BEB135420D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BB8A89-5098-FE3E-E298-A91389275F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F9875D-3849-56F2-4636-58A0DC6B0A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5EB02-4E5E-45C1-8772-57042DB49DC1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73D969B-DE54-11C0-1DF1-5CA7EEB63F66}"/>
              </a:ext>
            </a:extLst>
          </p:cNvPr>
          <p:cNvSpPr/>
          <p:nvPr userDrawn="1"/>
        </p:nvSpPr>
        <p:spPr>
          <a:xfrm>
            <a:off x="0" y="6516777"/>
            <a:ext cx="12192000" cy="341223"/>
          </a:xfrm>
          <a:prstGeom prst="rect">
            <a:avLst/>
          </a:prstGeom>
          <a:solidFill>
            <a:srgbClr val="DDD7C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7144305-758C-24CA-515B-B32AA5793B1A}"/>
              </a:ext>
            </a:extLst>
          </p:cNvPr>
          <p:cNvSpPr txBox="1"/>
          <p:nvPr userDrawn="1"/>
        </p:nvSpPr>
        <p:spPr>
          <a:xfrm>
            <a:off x="8782333" y="6555331"/>
            <a:ext cx="32512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665649"/>
                </a:solidFill>
                <a:latin typeface="Lufga" panose="00000500000000000000" pitchFamily="50" charset="0"/>
              </a:rPr>
              <a:t>#AgentCon | @GlobalAICommunity</a:t>
            </a:r>
          </a:p>
        </p:txBody>
      </p:sp>
    </p:spTree>
    <p:extLst>
      <p:ext uri="{BB962C8B-B14F-4D97-AF65-F5344CB8AC3E}">
        <p14:creationId xmlns:p14="http://schemas.microsoft.com/office/powerpoint/2010/main" val="31540980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6D2AB2-597E-DA67-891A-BED08852A4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EF5DADA-E94A-32EE-4C97-F5824B323C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BCB63E-ABD9-3109-1C6D-FE923E30FE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70270-E84E-4A05-BDBE-19BEB135420D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C96D5B-B08C-796E-37C6-F5AF8E6AFB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F8EDA9-9E14-503D-7FF0-DD6D669EBA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5EB02-4E5E-45C1-8772-57042DB49DC1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8CDFEA7-775B-5544-75BF-C7234CC9FA27}"/>
              </a:ext>
            </a:extLst>
          </p:cNvPr>
          <p:cNvSpPr/>
          <p:nvPr userDrawn="1"/>
        </p:nvSpPr>
        <p:spPr>
          <a:xfrm>
            <a:off x="0" y="6516777"/>
            <a:ext cx="12192000" cy="341223"/>
          </a:xfrm>
          <a:prstGeom prst="rect">
            <a:avLst/>
          </a:prstGeom>
          <a:solidFill>
            <a:srgbClr val="DDD7C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CBA4F31-C261-5E36-694B-22FCB49CE0F0}"/>
              </a:ext>
            </a:extLst>
          </p:cNvPr>
          <p:cNvSpPr txBox="1"/>
          <p:nvPr userDrawn="1"/>
        </p:nvSpPr>
        <p:spPr>
          <a:xfrm>
            <a:off x="8782333" y="6555331"/>
            <a:ext cx="32512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665649"/>
                </a:solidFill>
                <a:latin typeface="Lufga" panose="00000500000000000000" pitchFamily="50" charset="0"/>
              </a:rPr>
              <a:t>#AgentCon | @GlobalAICommunity</a:t>
            </a:r>
          </a:p>
        </p:txBody>
      </p:sp>
    </p:spTree>
    <p:extLst>
      <p:ext uri="{BB962C8B-B14F-4D97-AF65-F5344CB8AC3E}">
        <p14:creationId xmlns:p14="http://schemas.microsoft.com/office/powerpoint/2010/main" val="29593198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2584C18-2515-20B1-2FD3-313B2CEAB2B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EAEEA44-A443-120B-CCB5-BA86A6B736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E7C17E-31E5-B960-B849-14134626E8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70270-E84E-4A05-BDBE-19BEB135420D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53E416-76A8-C4BC-6692-4C07698134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45AD9D-13D2-1CDA-5A65-4868CC19F7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5EB02-4E5E-45C1-8772-57042DB49DC1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183A543-B838-6D41-4BE1-5D34A14FAAFB}"/>
              </a:ext>
            </a:extLst>
          </p:cNvPr>
          <p:cNvSpPr/>
          <p:nvPr userDrawn="1"/>
        </p:nvSpPr>
        <p:spPr>
          <a:xfrm>
            <a:off x="0" y="6516777"/>
            <a:ext cx="12192000" cy="341223"/>
          </a:xfrm>
          <a:prstGeom prst="rect">
            <a:avLst/>
          </a:prstGeom>
          <a:solidFill>
            <a:srgbClr val="DDD7C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2AB65E1-973A-9BC6-2268-C05634B4E528}"/>
              </a:ext>
            </a:extLst>
          </p:cNvPr>
          <p:cNvSpPr txBox="1"/>
          <p:nvPr userDrawn="1"/>
        </p:nvSpPr>
        <p:spPr>
          <a:xfrm>
            <a:off x="8782333" y="6555331"/>
            <a:ext cx="32512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665649"/>
                </a:solidFill>
                <a:latin typeface="Lufga" panose="00000500000000000000" pitchFamily="50" charset="0"/>
              </a:rPr>
              <a:t>#AgentCon | @GlobalAICommunity</a:t>
            </a:r>
          </a:p>
        </p:txBody>
      </p:sp>
    </p:spTree>
    <p:extLst>
      <p:ext uri="{BB962C8B-B14F-4D97-AF65-F5344CB8AC3E}">
        <p14:creationId xmlns:p14="http://schemas.microsoft.com/office/powerpoint/2010/main" val="3787646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white background with a silhouette of a city&#10;&#10;AI-generated content may be incorrect.">
            <a:extLst>
              <a:ext uri="{FF2B5EF4-FFF2-40B4-BE49-F238E27FC236}">
                <a16:creationId xmlns:a16="http://schemas.microsoft.com/office/drawing/2014/main" id="{0D591352-A335-556D-CB16-F1246919D76C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8CE2467-CD3D-F64F-142C-16A5BF3701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00F78F-E5C4-55D8-CB66-DFDE0ACB08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CB2741-B1B4-D865-8FAD-8181F9826CF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E070270-E84E-4A05-BDBE-19BEB135420D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AC9036-EAEE-B51C-9AA7-712E2182174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86DD56-594F-EE1D-E153-75801EDBD4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1F5EB02-4E5E-45C1-8772-57042DB49D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20066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665649"/>
          </a:solidFill>
          <a:latin typeface="Lufga" panose="00000500000000000000" pitchFamily="50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Lufga" panose="00000500000000000000" pitchFamily="50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Lufga" panose="00000500000000000000" pitchFamily="50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Lufga" panose="00000500000000000000" pitchFamily="50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Lufga" panose="00000500000000000000" pitchFamily="50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Lufga" panose="00000500000000000000" pitchFamily="50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A9B1B9F-CFCA-2836-C199-71EC39B229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35077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129020-EAC7-A826-6135-2F7252BD677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A0BB268-D532-C6BC-79A7-2981B96F434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37984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FDA44B-6439-D73F-390F-285E1D2EC7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063A5F-E8AE-5FC3-E557-89E68DF01E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0750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2688</TotalTime>
  <Words>0</Words>
  <Application>Microsoft Office PowerPoint</Application>
  <PresentationFormat>Widescreen</PresentationFormat>
  <Paragraphs>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Arial</vt:lpstr>
      <vt:lpstr>Lufga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Stephen Simon</dc:creator>
  <cp:lastModifiedBy>Stephen SIMON</cp:lastModifiedBy>
  <cp:revision>17</cp:revision>
  <dcterms:created xsi:type="dcterms:W3CDTF">2026-01-27T07:16:52Z</dcterms:created>
  <dcterms:modified xsi:type="dcterms:W3CDTF">2026-10-22T04:05:52Z</dcterms:modified>
</cp:coreProperties>
</file>