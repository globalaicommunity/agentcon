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embeddedFontLst>
    <p:embeddedFont>
      <p:font typeface="Lufga" panose="00000500000000000000" pitchFamily="50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9020-EAC7-A826-6135-2F7252BD67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BB268-D532-C6BC-79A7-2981B96F43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9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A44B-6439-D73F-390F-285E1D2E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63A5F-E8AE-5FC3-E557-89E68DF01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Lufga</vt:lpstr>
      <vt:lpstr>Arial</vt:lpstr>
      <vt:lpstr>Aptos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16</cp:revision>
  <dcterms:created xsi:type="dcterms:W3CDTF">2026-01-27T07:16:52Z</dcterms:created>
  <dcterms:modified xsi:type="dcterms:W3CDTF">2026-06-09T04:15:14Z</dcterms:modified>
</cp:coreProperties>
</file>