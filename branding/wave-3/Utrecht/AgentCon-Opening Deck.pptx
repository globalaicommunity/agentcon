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277" r:id="rId3"/>
    <p:sldId id="270" r:id="rId4"/>
    <p:sldId id="271" r:id="rId5"/>
    <p:sldId id="264" r:id="rId6"/>
    <p:sldId id="266" r:id="rId7"/>
    <p:sldId id="267" r:id="rId8"/>
    <p:sldId id="276" r:id="rId9"/>
    <p:sldId id="278" r:id="rId10"/>
    <p:sldId id="269" r:id="rId11"/>
    <p:sldId id="275" r:id="rId12"/>
    <p:sldId id="261" r:id="rId13"/>
  </p:sldIdLst>
  <p:sldSz cx="12192000" cy="6858000"/>
  <p:notesSz cx="6858000" cy="9144000"/>
  <p:embeddedFontLst>
    <p:embeddedFont>
      <p:font typeface="Lufga" panose="00000500000000000000" pitchFamily="50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2FB56-BB13-31C0-2A30-CF269F240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877AC4-ADFB-510F-B987-9BAD8B3FE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0F143-912A-3997-3DCB-2F95B7580B64}"/>
              </a:ext>
            </a:extLst>
          </p:cNvPr>
          <p:cNvSpPr txBox="1"/>
          <p:nvPr/>
        </p:nvSpPr>
        <p:spPr>
          <a:xfrm>
            <a:off x="389951" y="2828835"/>
            <a:ext cx="114120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rgbClr val="665649"/>
                </a:solidFill>
                <a:latin typeface="Lufga" panose="00000500000000000000" pitchFamily="50" charset="0"/>
              </a:rPr>
              <a:t>Good Morning, Bengaluru</a:t>
            </a:r>
          </a:p>
        </p:txBody>
      </p:sp>
    </p:spTree>
    <p:extLst>
      <p:ext uri="{BB962C8B-B14F-4D97-AF65-F5344CB8AC3E}">
        <p14:creationId xmlns:p14="http://schemas.microsoft.com/office/powerpoint/2010/main" val="277347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D5737-817F-FFA0-06F1-D5AEB3140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DAAD84-F03C-3164-4A53-BAE52D616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686A03-141F-A803-9E77-63118558A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C62F3E-7AAB-5C15-36A4-99FB5ADD5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D221-0838-3CED-4EEE-80ADB5C1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0DA5870B-D108-9ADA-ED79-A1E5EEF172B1}"/>
              </a:ext>
            </a:extLst>
          </p:cNvPr>
          <p:cNvGrpSpPr/>
          <p:nvPr/>
        </p:nvGrpSpPr>
        <p:grpSpPr>
          <a:xfrm>
            <a:off x="1099976" y="512618"/>
            <a:ext cx="9853106" cy="718511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CE82A9-7900-F2E0-17B2-38C86E286158}"/>
                </a:ext>
              </a:extLst>
            </p:cNvPr>
            <p:cNvSpPr txBox="1"/>
            <p:nvPr/>
          </p:nvSpPr>
          <p:spPr>
            <a:xfrm>
              <a:off x="5881090" y="288137"/>
              <a:ext cx="3349617" cy="234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665649"/>
                  </a:solidFill>
                </a:rPr>
                <a:t>Credentials + Welcome Coffee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551976-3EEA-BAE1-BA90-684006D4E3DB}"/>
                </a:ext>
              </a:extLst>
            </p:cNvPr>
            <p:cNvSpPr txBox="1"/>
            <p:nvPr/>
          </p:nvSpPr>
          <p:spPr>
            <a:xfrm>
              <a:off x="3282868" y="272712"/>
              <a:ext cx="2224949" cy="234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5649"/>
                  </a:solidFill>
                </a:rPr>
                <a:t>09:00 AM – 10:00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E50616D-FF17-2194-B131-9D701D72CE94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D58C68-682E-C2C4-3270-04E8E9EDEEC4}"/>
              </a:ext>
            </a:extLst>
          </p:cNvPr>
          <p:cNvGrpSpPr/>
          <p:nvPr/>
        </p:nvGrpSpPr>
        <p:grpSpPr>
          <a:xfrm>
            <a:off x="1119694" y="1434602"/>
            <a:ext cx="9853106" cy="1471525"/>
            <a:chOff x="2718450" y="177943"/>
            <a:chExt cx="6622623" cy="8608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59D86F6-3BE6-AE34-B87C-BBE149EB3AD2}"/>
                </a:ext>
              </a:extLst>
            </p:cNvPr>
            <p:cNvSpPr txBox="1"/>
            <p:nvPr/>
          </p:nvSpPr>
          <p:spPr>
            <a:xfrm>
              <a:off x="5934075" y="278776"/>
              <a:ext cx="3197740" cy="630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665649"/>
                  </a:solidFill>
                </a:rPr>
                <a:t>Keynote: Henk Boelman</a:t>
              </a:r>
            </a:p>
            <a:p>
              <a:pPr algn="ctr"/>
              <a:r>
                <a:rPr lang="en-US" sz="2000" dirty="0">
                  <a:solidFill>
                    <a:srgbClr val="665649"/>
                  </a:solidFill>
                </a:rPr>
                <a:t>Agents of Tomorrow: Building the Next Generation of Intelligence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BA0D24B-B37F-9FE3-43EB-F628C38E6BC2}"/>
                </a:ext>
              </a:extLst>
            </p:cNvPr>
            <p:cNvSpPr txBox="1"/>
            <p:nvPr/>
          </p:nvSpPr>
          <p:spPr>
            <a:xfrm>
              <a:off x="3367393" y="440045"/>
              <a:ext cx="2224949" cy="234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5649"/>
                  </a:solidFill>
                </a:rPr>
                <a:t>10:00 AM - 10:55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19E0DEA-EFA9-F404-2596-15181F1FA766}"/>
                </a:ext>
              </a:extLst>
            </p:cNvPr>
            <p:cNvSpPr/>
            <p:nvPr/>
          </p:nvSpPr>
          <p:spPr>
            <a:xfrm>
              <a:off x="2718450" y="177943"/>
              <a:ext cx="6622623" cy="8608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C3F412-4D71-11E6-8081-CEC2248D0934}"/>
              </a:ext>
            </a:extLst>
          </p:cNvPr>
          <p:cNvCxnSpPr>
            <a:cxnSpLocks/>
          </p:cNvCxnSpPr>
          <p:nvPr/>
        </p:nvCxnSpPr>
        <p:spPr>
          <a:xfrm>
            <a:off x="5693756" y="4161341"/>
            <a:ext cx="0" cy="44778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FE914-6942-CCC9-7B87-671838343AFE}"/>
              </a:ext>
            </a:extLst>
          </p:cNvPr>
          <p:cNvSpPr txBox="1"/>
          <p:nvPr/>
        </p:nvSpPr>
        <p:spPr>
          <a:xfrm>
            <a:off x="5944628" y="4178055"/>
            <a:ext cx="4757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65649"/>
                </a:solidFill>
              </a:rPr>
              <a:t>Lunch Break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F0DCF-9BDD-CCFC-17D5-D21C38971E85}"/>
              </a:ext>
            </a:extLst>
          </p:cNvPr>
          <p:cNvSpPr txBox="1"/>
          <p:nvPr/>
        </p:nvSpPr>
        <p:spPr>
          <a:xfrm>
            <a:off x="2085188" y="4187479"/>
            <a:ext cx="3310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5649"/>
                </a:solidFill>
              </a:rPr>
              <a:t>12:30 PM - 01:25 PM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9E5DFC-21B8-0DE4-64D8-CC00DCD2D272}"/>
              </a:ext>
            </a:extLst>
          </p:cNvPr>
          <p:cNvSpPr/>
          <p:nvPr/>
        </p:nvSpPr>
        <p:spPr>
          <a:xfrm>
            <a:off x="1099976" y="4025980"/>
            <a:ext cx="9853106" cy="718511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BCA4C-ACA8-4A90-9E10-715CCB312897}"/>
              </a:ext>
            </a:extLst>
          </p:cNvPr>
          <p:cNvSpPr txBox="1"/>
          <p:nvPr/>
        </p:nvSpPr>
        <p:spPr>
          <a:xfrm>
            <a:off x="5761766" y="5097236"/>
            <a:ext cx="5211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9C3B2-D068-1947-CDAB-713321814B5E}"/>
              </a:ext>
            </a:extLst>
          </p:cNvPr>
          <p:cNvSpPr txBox="1"/>
          <p:nvPr/>
        </p:nvSpPr>
        <p:spPr>
          <a:xfrm>
            <a:off x="2085188" y="5077538"/>
            <a:ext cx="3310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5649"/>
                </a:solidFill>
              </a:rPr>
              <a:t>01:30 PM - 04:00 PM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B0DE85-F162-B393-F717-3EC49D8607A1}"/>
              </a:ext>
            </a:extLst>
          </p:cNvPr>
          <p:cNvGrpSpPr/>
          <p:nvPr/>
        </p:nvGrpSpPr>
        <p:grpSpPr>
          <a:xfrm>
            <a:off x="1119694" y="3106798"/>
            <a:ext cx="9853106" cy="2556874"/>
            <a:chOff x="2731703" y="2311895"/>
            <a:chExt cx="6622623" cy="149572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EB0F529-215D-1DBB-6F1F-0100AE71E507}"/>
                </a:ext>
              </a:extLst>
            </p:cNvPr>
            <p:cNvSpPr txBox="1"/>
            <p:nvPr/>
          </p:nvSpPr>
          <p:spPr>
            <a:xfrm>
              <a:off x="5794937" y="2396957"/>
              <a:ext cx="3502521" cy="234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D07FD0-A013-D303-A622-735EA049FF84}"/>
                </a:ext>
              </a:extLst>
            </p:cNvPr>
            <p:cNvSpPr txBox="1"/>
            <p:nvPr/>
          </p:nvSpPr>
          <p:spPr>
            <a:xfrm>
              <a:off x="3380646" y="2390500"/>
              <a:ext cx="2224949" cy="234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665649"/>
                  </a:solidFill>
                </a:rPr>
                <a:t>11:00 AM- 12:25 PM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5F28F87-DB90-AE9D-7931-6E7D3A5D7954}"/>
                </a:ext>
              </a:extLst>
            </p:cNvPr>
            <p:cNvSpPr/>
            <p:nvPr/>
          </p:nvSpPr>
          <p:spPr>
            <a:xfrm>
              <a:off x="2731703" y="2311895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8402696-83FA-EDD1-74ED-4176EEA08E44}"/>
                </a:ext>
              </a:extLst>
            </p:cNvPr>
            <p:cNvSpPr/>
            <p:nvPr/>
          </p:nvSpPr>
          <p:spPr>
            <a:xfrm>
              <a:off x="2731703" y="3387305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3C68DBD-90DB-335F-9227-9DF7A21A511A}"/>
              </a:ext>
            </a:extLst>
          </p:cNvPr>
          <p:cNvSpPr txBox="1"/>
          <p:nvPr/>
        </p:nvSpPr>
        <p:spPr>
          <a:xfrm>
            <a:off x="5880990" y="6013481"/>
            <a:ext cx="5211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65649"/>
                </a:solidFill>
              </a:rPr>
              <a:t>Closing Remarks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95633A-7DF0-0320-4E5D-138951775BC9}"/>
              </a:ext>
            </a:extLst>
          </p:cNvPr>
          <p:cNvSpPr txBox="1"/>
          <p:nvPr/>
        </p:nvSpPr>
        <p:spPr>
          <a:xfrm>
            <a:off x="2085188" y="6016418"/>
            <a:ext cx="3310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5649"/>
                </a:solidFill>
              </a:rPr>
              <a:t>04:30 PM - 05:00 PM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7C590D6-52B2-8528-43BE-0FB11A036BC8}"/>
              </a:ext>
            </a:extLst>
          </p:cNvPr>
          <p:cNvSpPr/>
          <p:nvPr/>
        </p:nvSpPr>
        <p:spPr>
          <a:xfrm>
            <a:off x="1099976" y="5864343"/>
            <a:ext cx="9853106" cy="718511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EAF3DB-91B4-17FF-B1E5-10AE966CB248}"/>
              </a:ext>
            </a:extLst>
          </p:cNvPr>
          <p:cNvCxnSpPr>
            <a:cxnSpLocks/>
          </p:cNvCxnSpPr>
          <p:nvPr/>
        </p:nvCxnSpPr>
        <p:spPr>
          <a:xfrm>
            <a:off x="5693756" y="5073164"/>
            <a:ext cx="0" cy="44778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76DC77-C4C9-CFCF-E42D-37CA7DD954A7}"/>
              </a:ext>
            </a:extLst>
          </p:cNvPr>
          <p:cNvCxnSpPr>
            <a:cxnSpLocks/>
          </p:cNvCxnSpPr>
          <p:nvPr/>
        </p:nvCxnSpPr>
        <p:spPr>
          <a:xfrm>
            <a:off x="5693756" y="3240862"/>
            <a:ext cx="0" cy="44778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7AC887-3D7A-45FC-DA15-0F9DD8EAC16B}"/>
              </a:ext>
            </a:extLst>
          </p:cNvPr>
          <p:cNvCxnSpPr>
            <a:cxnSpLocks/>
          </p:cNvCxnSpPr>
          <p:nvPr/>
        </p:nvCxnSpPr>
        <p:spPr>
          <a:xfrm>
            <a:off x="5693756" y="6013481"/>
            <a:ext cx="0" cy="44778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0A10B4-D301-A081-88AD-579776345A1D}"/>
              </a:ext>
            </a:extLst>
          </p:cNvPr>
          <p:cNvCxnSpPr>
            <a:cxnSpLocks/>
          </p:cNvCxnSpPr>
          <p:nvPr/>
        </p:nvCxnSpPr>
        <p:spPr>
          <a:xfrm>
            <a:off x="5693756" y="1658759"/>
            <a:ext cx="0" cy="973642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D7C8B3-B56B-892D-E0FC-32BBBDDDC35A}"/>
              </a:ext>
            </a:extLst>
          </p:cNvPr>
          <p:cNvCxnSpPr>
            <a:cxnSpLocks/>
          </p:cNvCxnSpPr>
          <p:nvPr/>
        </p:nvCxnSpPr>
        <p:spPr>
          <a:xfrm>
            <a:off x="5693756" y="653311"/>
            <a:ext cx="0" cy="44778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83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F77D-4183-F539-8B6A-008E4D8A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B1DB-A201-519E-5F13-B4C50EEF4E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27A0-9E3C-AA27-9AAE-481E4577D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E9ED6-DBFA-3B4E-4767-E22936589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0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703B-4FDB-1191-2F51-51CBC1FB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F4F7-D177-DB13-54EC-F4B3B1C6BE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895B0-9532-C02E-8DC3-5DC79A1F2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794346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1" y="231210"/>
              <a:ext cx="33496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Credentials + Welcome Coffee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380646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09:00 AM – 10:00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1333690"/>
            <a:ext cx="6622623" cy="860816"/>
            <a:chOff x="2718450" y="177943"/>
            <a:chExt cx="6622623" cy="8608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867837" y="230510"/>
              <a:ext cx="31977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Henk Boelman</a:t>
              </a:r>
            </a:p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Agents of Tomorrow: Building the Next Generation of Intelligence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367393" y="440045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10:00 AM - 10:55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8608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A97F44-5B10-20F3-F2CE-BF00347C96A0}"/>
              </a:ext>
            </a:extLst>
          </p:cNvPr>
          <p:cNvGrpSpPr/>
          <p:nvPr/>
        </p:nvGrpSpPr>
        <p:grpSpPr>
          <a:xfrm>
            <a:off x="1847850" y="2346640"/>
            <a:ext cx="4248150" cy="638043"/>
            <a:chOff x="1847850" y="1873112"/>
            <a:chExt cx="4248150" cy="6380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0F2419-C1E3-787A-9DC6-0AA86CA48732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7DD513-B572-7A80-61A6-D37D6BC9D6D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- 12:25 PM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12007EA-C276-A664-E22E-A2F8830F0D18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02C2FD-F005-3F54-3C5E-7F167D1C3979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AA2EEB-B722-E688-9712-15DCB0FD4E64}"/>
              </a:ext>
            </a:extLst>
          </p:cNvPr>
          <p:cNvGrpSpPr/>
          <p:nvPr/>
        </p:nvGrpSpPr>
        <p:grpSpPr>
          <a:xfrm>
            <a:off x="6248400" y="2356743"/>
            <a:ext cx="4248150" cy="638043"/>
            <a:chOff x="1847850" y="1873112"/>
            <a:chExt cx="4248150" cy="6380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35DA24-D30A-7A76-3A1D-F898DE86DFF5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3FD2E3-BC11-C106-A9DB-29D74B34E6F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- 12:30 PM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8300F69-744F-9D42-4191-84FC8637A915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E917F4-549E-B77D-4EB9-27EB76DCFEBD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F4BF85-9525-07AE-9EDD-1BC15259848D}"/>
              </a:ext>
            </a:extLst>
          </p:cNvPr>
          <p:cNvCxnSpPr>
            <a:cxnSpLocks/>
          </p:cNvCxnSpPr>
          <p:nvPr/>
        </p:nvCxnSpPr>
        <p:spPr>
          <a:xfrm>
            <a:off x="6168231" y="3233818"/>
            <a:ext cx="0" cy="26194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9D2FB5-24BA-C777-1AED-FCDE72ED2D3C}"/>
              </a:ext>
            </a:extLst>
          </p:cNvPr>
          <p:cNvGrpSpPr/>
          <p:nvPr/>
        </p:nvGrpSpPr>
        <p:grpSpPr>
          <a:xfrm>
            <a:off x="2718450" y="3154634"/>
            <a:ext cx="6622623" cy="420316"/>
            <a:chOff x="2718450" y="177943"/>
            <a:chExt cx="6622623" cy="42031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930DDA-471F-97FE-7582-8C9B870ECDF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 Break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F9409D-E35D-D1C7-736F-7ED87615B61B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12:30 PM - 01:30 PM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B97ADD7-7B60-7C2E-3AAF-1738AC006A38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6FA797-60F0-1C73-D586-05F8A4106A4D}"/>
              </a:ext>
            </a:extLst>
          </p:cNvPr>
          <p:cNvGrpSpPr/>
          <p:nvPr/>
        </p:nvGrpSpPr>
        <p:grpSpPr>
          <a:xfrm>
            <a:off x="1847850" y="3749436"/>
            <a:ext cx="4248150" cy="638043"/>
            <a:chOff x="1847850" y="1873112"/>
            <a:chExt cx="4248150" cy="63804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1761EB-E6D2-05EA-92B2-29AC4BFED1A0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BC1F13-FA2F-2B97-B105-4227B9B5767A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5EEE7E9-00ED-8CD0-0E89-024FE55989BC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FDFADA-222A-6E12-22BF-B8F67B197C02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2629D0-CE5C-D9BD-C320-EDE6BD3F0724}"/>
              </a:ext>
            </a:extLst>
          </p:cNvPr>
          <p:cNvGrpSpPr/>
          <p:nvPr/>
        </p:nvGrpSpPr>
        <p:grpSpPr>
          <a:xfrm>
            <a:off x="6248400" y="3759539"/>
            <a:ext cx="4248150" cy="638043"/>
            <a:chOff x="1847850" y="1873112"/>
            <a:chExt cx="4248150" cy="6380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DB666D-3556-CBF3-56CF-E05178FFBF97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E6E7E3-0313-D359-2BDC-4D36DCAB012E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6D445C7-A584-BA70-FCD3-ED34BCB26D71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5CE6A8E-03A9-D87B-F61E-E8F73EE5AD56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AD76D3-E8FC-9A27-4BAA-26520A518BFC}"/>
              </a:ext>
            </a:extLst>
          </p:cNvPr>
          <p:cNvGrpSpPr/>
          <p:nvPr/>
        </p:nvGrpSpPr>
        <p:grpSpPr>
          <a:xfrm>
            <a:off x="2856919" y="4534723"/>
            <a:ext cx="6622623" cy="420316"/>
            <a:chOff x="2718450" y="177943"/>
            <a:chExt cx="6622623" cy="42031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443ED7-AC5B-EF52-4FB3-46A2E0132661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Coffee Break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5A69EF-F399-6469-ECDB-72181AE725A2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03:00 PM - 03:30 PM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E2575BC-675A-9CCB-FF88-A9556F375989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23C5FF-6D1F-DCED-40A6-942BBF3D04C3}"/>
              </a:ext>
            </a:extLst>
          </p:cNvPr>
          <p:cNvGrpSpPr/>
          <p:nvPr/>
        </p:nvGrpSpPr>
        <p:grpSpPr>
          <a:xfrm>
            <a:off x="2856918" y="5102283"/>
            <a:ext cx="6622623" cy="420316"/>
            <a:chOff x="2718450" y="177943"/>
            <a:chExt cx="6622623" cy="42031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289C3D-AFAF-2A73-744A-EEF9D52C7896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09DB66-F943-4703-C8B6-C96C49A06890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03:30 PM - 04:30 PM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F19A93C-2BCC-7AFF-CE1A-FF04A54A34C4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74F788-B12A-FFED-18F4-B3399FE30D10}"/>
              </a:ext>
            </a:extLst>
          </p:cNvPr>
          <p:cNvGrpSpPr/>
          <p:nvPr/>
        </p:nvGrpSpPr>
        <p:grpSpPr>
          <a:xfrm>
            <a:off x="2856917" y="5669843"/>
            <a:ext cx="6622623" cy="420316"/>
            <a:chOff x="2718450" y="177943"/>
            <a:chExt cx="6622623" cy="42031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B2D37E-A2C6-5594-0495-92D030F39B6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Closing Remarks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5C13A6-EC69-C1D7-D3FC-7C542BED80FA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04:30 PM - 05:00 PM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4C0B900-51FB-59D7-0F63-5486CE47306B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153</Words>
  <Application>Microsoft Office PowerPoint</Application>
  <PresentationFormat>Widescreen</PresentationFormat>
  <Paragraphs>39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Lufga</vt:lpstr>
      <vt:lpstr>Aptos</vt:lpstr>
      <vt:lpstr>Arial</vt:lpstr>
      <vt:lpstr>Office Theme</vt:lpstr>
      <vt:lpstr>PowerPoint Presentation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22</cp:revision>
  <dcterms:created xsi:type="dcterms:W3CDTF">2026-01-27T07:16:52Z</dcterms:created>
  <dcterms:modified xsi:type="dcterms:W3CDTF">2026-06-23T08:47:30Z</dcterms:modified>
</cp:coreProperties>
</file>