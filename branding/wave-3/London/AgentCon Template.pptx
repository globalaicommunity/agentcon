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7" r:id="rId4"/>
  </p:sldIdLst>
  <p:sldSz cx="12192000" cy="6858000"/>
  <p:notesSz cx="6858000" cy="9144000"/>
  <p:embeddedFontLst>
    <p:embeddedFont>
      <p:font typeface="Lufga" panose="00000500000000000000" pitchFamily="50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9020-EAC7-A826-6135-2F7252BD6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BB268-D532-C6BC-79A7-2981B96F43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58CAD-26EA-B3E0-D8C4-A43BCA645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9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B3B4F6-4CA5-32CE-3EF1-AF4AFE8626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5B6BA4-96BB-27AB-206A-8B65E6DA7C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4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A44B-6439-D73F-390F-285E1D2E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63A5F-E8AE-5FC3-E557-89E68DF01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Lufga</vt:lpstr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17</cp:revision>
  <dcterms:created xsi:type="dcterms:W3CDTF">2026-01-27T07:16:52Z</dcterms:created>
  <dcterms:modified xsi:type="dcterms:W3CDTF">2026-08-10T13:41:51Z</dcterms:modified>
</cp:coreProperties>
</file>