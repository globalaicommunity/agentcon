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5" r:id="rId2"/>
    <p:sldId id="277" r:id="rId3"/>
    <p:sldId id="270" r:id="rId4"/>
    <p:sldId id="271" r:id="rId5"/>
    <p:sldId id="264" r:id="rId6"/>
    <p:sldId id="266" r:id="rId7"/>
    <p:sldId id="267" r:id="rId8"/>
    <p:sldId id="269" r:id="rId9"/>
    <p:sldId id="278" r:id="rId10"/>
  </p:sldIdLst>
  <p:sldSz cx="12192000" cy="6858000"/>
  <p:notesSz cx="6858000" cy="9144000"/>
  <p:embeddedFontLst>
    <p:embeddedFont>
      <p:font typeface="Lufga" panose="00000500000000000000" pitchFamily="50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1950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F342-0359-4B02-A5FB-CCB8A82A50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961B-98AF-2AB2-78FC-E30A230F1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6DCED-9CC8-5B56-AB7E-804343D83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B01DD-951F-A13E-1583-BDFA91016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70F143-912A-3997-3DCB-2F95B7580B64}"/>
              </a:ext>
            </a:extLst>
          </p:cNvPr>
          <p:cNvSpPr txBox="1"/>
          <p:nvPr/>
        </p:nvSpPr>
        <p:spPr>
          <a:xfrm>
            <a:off x="1019129" y="2828835"/>
            <a:ext cx="101537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b="1" dirty="0">
                <a:solidFill>
                  <a:srgbClr val="665649"/>
                </a:solidFill>
                <a:latin typeface="Lufga" panose="00000500000000000000" pitchFamily="50" charset="0"/>
              </a:rPr>
              <a:t>Good Morning, London</a:t>
            </a:r>
          </a:p>
        </p:txBody>
      </p:sp>
    </p:spTree>
    <p:extLst>
      <p:ext uri="{BB962C8B-B14F-4D97-AF65-F5344CB8AC3E}">
        <p14:creationId xmlns:p14="http://schemas.microsoft.com/office/powerpoint/2010/main" val="2773477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EA81269-E670-2BDC-22B3-A21C0890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AgentCon around the world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EB035-5E77-2BFB-CE28-6842AD996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7"/>
            <a:ext cx="12192000" cy="684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9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88EF-3BD8-B30B-E40E-91DEF4D2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7C52AB-9039-5F0C-C507-BF5F7F64A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3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AEF6-3E62-8850-70CE-E9779DB4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B26221-FA0E-D7BE-2820-5F16D62A0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3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BD57-4663-2833-AFD8-3EE17045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627E55-D80C-E089-CE5D-8C7FFAF78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6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B9EA48-5290-C958-6D60-587EACC71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5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2BB3-7A24-2BE6-1458-13154A6B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9C82-99A8-E70D-DC1F-31522BF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the AI Conversation </a:t>
            </a:r>
            <a:br>
              <a:rPr lang="en-US" b="1" dirty="0"/>
            </a:br>
            <a:r>
              <a:rPr lang="en-US" b="1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F5940F71-6DD7-8068-BDC0-0ED73CEEF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57131"/>
            <a:ext cx="3302000" cy="3302000"/>
          </a:xfrm>
          <a:prstGeom prst="roundRect">
            <a:avLst>
              <a:gd name="adj" fmla="val 5932"/>
            </a:avLst>
          </a:prstGeom>
          <a:ln w="28575">
            <a:solidFill>
              <a:srgbClr val="DDD7C0"/>
            </a:solidFill>
          </a:ln>
          <a:effectLst>
            <a:outerShdw blurRad="63500" sx="102000" sy="102000" algn="ctr" rotWithShape="0">
              <a:schemeClr val="bg1">
                <a:lumMod val="50000"/>
                <a:alpha val="41000"/>
              </a:scheme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F8971-DA18-B9F2-175C-607DC6973F58}"/>
              </a:ext>
            </a:extLst>
          </p:cNvPr>
          <p:cNvSpPr txBox="1"/>
          <p:nvPr/>
        </p:nvSpPr>
        <p:spPr>
          <a:xfrm>
            <a:off x="4713646" y="5664709"/>
            <a:ext cx="2764708" cy="52322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A56C32-D26C-36EC-E078-472A9F17DF5D}"/>
              </a:ext>
            </a:extLst>
          </p:cNvPr>
          <p:cNvSpPr/>
          <p:nvPr/>
        </p:nvSpPr>
        <p:spPr>
          <a:xfrm>
            <a:off x="4584700" y="5664709"/>
            <a:ext cx="3009900" cy="523220"/>
          </a:xfrm>
          <a:prstGeom prst="roundRect">
            <a:avLst/>
          </a:prstGeom>
          <a:noFill/>
          <a:ln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69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8AEC-7118-E5D9-F6E4-AD4527B7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EC1C-623D-FA69-B686-E05DE4FDB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77A78-6206-8F05-14BE-99B1B7AFD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51842F-3A76-3D4E-0C1A-80D01632F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80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4169</TotalTime>
  <Words>21</Words>
  <Application>Microsoft Office PowerPoint</Application>
  <PresentationFormat>Widescreen</PresentationFormat>
  <Paragraphs>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Lufga</vt:lpstr>
      <vt:lpstr>Aptos</vt:lpstr>
      <vt:lpstr>Arial</vt:lpstr>
      <vt:lpstr>Office Theme</vt:lpstr>
      <vt:lpstr>PowerPoint Presentation</vt:lpstr>
      <vt:lpstr>PowerPoint Presentation</vt:lpstr>
      <vt:lpstr>AgentCon around the world</vt:lpstr>
      <vt:lpstr>PowerPoint Presentation</vt:lpstr>
      <vt:lpstr>PowerPoint Presentation</vt:lpstr>
      <vt:lpstr>PowerPoint Presentation</vt:lpstr>
      <vt:lpstr>PowerPoint Presentation</vt:lpstr>
      <vt:lpstr>Join the AI Conversation  on Discord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22</cp:revision>
  <dcterms:created xsi:type="dcterms:W3CDTF">2026-01-27T07:16:52Z</dcterms:created>
  <dcterms:modified xsi:type="dcterms:W3CDTF">2026-09-05T15:06:09Z</dcterms:modified>
</cp:coreProperties>
</file>