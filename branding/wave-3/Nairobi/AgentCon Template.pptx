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270" r:id="rId3"/>
    <p:sldId id="271" r:id="rId4"/>
    <p:sldId id="264" r:id="rId5"/>
    <p:sldId id="266" r:id="rId6"/>
    <p:sldId id="267" r:id="rId7"/>
    <p:sldId id="261" r:id="rId8"/>
    <p:sldId id="269" r:id="rId9"/>
    <p:sldId id="263" r:id="rId10"/>
    <p:sldId id="262" r:id="rId11"/>
  </p:sldIdLst>
  <p:sldSz cx="12192000" cy="6858000"/>
  <p:notesSz cx="6858000" cy="9144000"/>
  <p:embeddedFontLst>
    <p:embeddedFont>
      <p:font typeface="Lufga" panose="00000500000000000000" pitchFamily="50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33D8D-58F2-5D10-C68E-A2E1EA97C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84DA0-B6A1-0D00-CCB3-CA87449E6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C58EA8-42A8-1A81-0920-9303E61DE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FD532C-DA18-D8AE-2129-210818E5A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67BD35-0E34-A183-9214-69A642D2E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C58B17-D5C6-6279-6D2F-12B9FF77A8CA}"/>
              </a:ext>
            </a:extLst>
          </p:cNvPr>
          <p:cNvSpPr/>
          <p:nvPr/>
        </p:nvSpPr>
        <p:spPr>
          <a:xfrm>
            <a:off x="4404851" y="138442"/>
            <a:ext cx="3382298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84015-4ACC-A791-2264-0955650027B1}"/>
              </a:ext>
            </a:extLst>
          </p:cNvPr>
          <p:cNvSpPr txBox="1"/>
          <p:nvPr/>
        </p:nvSpPr>
        <p:spPr>
          <a:xfrm>
            <a:off x="5830530" y="455250"/>
            <a:ext cx="1838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Welcome Note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98A68-6F0A-F096-0858-1AB58A30DF25}"/>
              </a:ext>
            </a:extLst>
          </p:cNvPr>
          <p:cNvSpPr txBox="1"/>
          <p:nvPr/>
        </p:nvSpPr>
        <p:spPr>
          <a:xfrm>
            <a:off x="4559315" y="276170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09:15 AM </a:t>
            </a:r>
          </a:p>
          <a:p>
            <a:r>
              <a:rPr lang="en-US" dirty="0">
                <a:solidFill>
                  <a:srgbClr val="665649"/>
                </a:solidFill>
              </a:rPr>
              <a:t>09:30 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A2DD6-F858-1CBC-BDA3-8BDD59B5D089}"/>
              </a:ext>
            </a:extLst>
          </p:cNvPr>
          <p:cNvCxnSpPr>
            <a:cxnSpLocks/>
          </p:cNvCxnSpPr>
          <p:nvPr/>
        </p:nvCxnSpPr>
        <p:spPr>
          <a:xfrm>
            <a:off x="5715401" y="276170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7A347F-7288-EAD7-7534-D4C6D5096DF5}"/>
              </a:ext>
            </a:extLst>
          </p:cNvPr>
          <p:cNvSpPr/>
          <p:nvPr/>
        </p:nvSpPr>
        <p:spPr>
          <a:xfrm>
            <a:off x="3397045" y="1292023"/>
            <a:ext cx="5397910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79268-8979-B197-130B-71594E0ACA00}"/>
              </a:ext>
            </a:extLst>
          </p:cNvPr>
          <p:cNvSpPr txBox="1"/>
          <p:nvPr/>
        </p:nvSpPr>
        <p:spPr>
          <a:xfrm>
            <a:off x="4963465" y="1429751"/>
            <a:ext cx="4188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Keynote</a:t>
            </a:r>
          </a:p>
          <a:p>
            <a:pPr algn="ctr"/>
            <a:r>
              <a:rPr lang="en-US" dirty="0">
                <a:solidFill>
                  <a:srgbClr val="665649"/>
                </a:solidFill>
              </a:rPr>
              <a:t>Henk Boelman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DDDE0-0455-84DC-4AAA-45174821D148}"/>
              </a:ext>
            </a:extLst>
          </p:cNvPr>
          <p:cNvSpPr txBox="1"/>
          <p:nvPr/>
        </p:nvSpPr>
        <p:spPr>
          <a:xfrm>
            <a:off x="3978180" y="1429751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09:30 AM </a:t>
            </a:r>
          </a:p>
          <a:p>
            <a:r>
              <a:rPr lang="en-US" dirty="0">
                <a:solidFill>
                  <a:srgbClr val="665649"/>
                </a:solidFill>
              </a:rPr>
              <a:t>10:20 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165EDC-BB3F-C597-85E8-A999F8342766}"/>
              </a:ext>
            </a:extLst>
          </p:cNvPr>
          <p:cNvCxnSpPr>
            <a:cxnSpLocks/>
          </p:cNvCxnSpPr>
          <p:nvPr/>
        </p:nvCxnSpPr>
        <p:spPr>
          <a:xfrm>
            <a:off x="5233621" y="1429751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B55084-4C5A-D59E-E934-119341D37491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1060231"/>
            <a:ext cx="0" cy="231792"/>
          </a:xfrm>
          <a:prstGeom prst="straightConnector1">
            <a:avLst/>
          </a:prstGeom>
          <a:ln w="28575"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C2D87-E6FC-3367-E6CE-7D11CFBF964F}"/>
              </a:ext>
            </a:extLst>
          </p:cNvPr>
          <p:cNvSpPr/>
          <p:nvPr/>
        </p:nvSpPr>
        <p:spPr>
          <a:xfrm>
            <a:off x="3202580" y="2396859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0D13E-3272-39E0-870B-D6FD8A9C9F44}"/>
              </a:ext>
            </a:extLst>
          </p:cNvPr>
          <p:cNvSpPr txBox="1"/>
          <p:nvPr/>
        </p:nvSpPr>
        <p:spPr>
          <a:xfrm>
            <a:off x="3089510" y="2547983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THEATER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E53AC7B-2C22-BA2F-77A9-7AE194AF404A}"/>
              </a:ext>
            </a:extLst>
          </p:cNvPr>
          <p:cNvSpPr/>
          <p:nvPr/>
        </p:nvSpPr>
        <p:spPr>
          <a:xfrm>
            <a:off x="6547891" y="2406121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066BDA-C459-4A37-A195-072C16041B69}"/>
              </a:ext>
            </a:extLst>
          </p:cNvPr>
          <p:cNvSpPr/>
          <p:nvPr/>
        </p:nvSpPr>
        <p:spPr>
          <a:xfrm>
            <a:off x="2671116" y="3254748"/>
            <a:ext cx="3229622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B0BBD7-7E79-CB18-0718-3885852A1A07}"/>
              </a:ext>
            </a:extLst>
          </p:cNvPr>
          <p:cNvSpPr txBox="1"/>
          <p:nvPr/>
        </p:nvSpPr>
        <p:spPr>
          <a:xfrm>
            <a:off x="4815811" y="3295629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8DDB4C-3BAA-412E-4AE9-A93C5FF7EB6E}"/>
              </a:ext>
            </a:extLst>
          </p:cNvPr>
          <p:cNvSpPr txBox="1"/>
          <p:nvPr/>
        </p:nvSpPr>
        <p:spPr>
          <a:xfrm>
            <a:off x="2546908" y="3307403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10:30 AM – 12:25 PM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EC75EEA-D14A-E38B-5293-F0144C999B6F}"/>
              </a:ext>
            </a:extLst>
          </p:cNvPr>
          <p:cNvSpPr/>
          <p:nvPr/>
        </p:nvSpPr>
        <p:spPr>
          <a:xfrm>
            <a:off x="2671116" y="3839523"/>
            <a:ext cx="6622623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8B39C-98E6-20C2-2157-C1334BC57AC0}"/>
              </a:ext>
            </a:extLst>
          </p:cNvPr>
          <p:cNvSpPr txBox="1"/>
          <p:nvPr/>
        </p:nvSpPr>
        <p:spPr>
          <a:xfrm>
            <a:off x="6219511" y="3892178"/>
            <a:ext cx="900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Lunch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0C1239-246F-DE16-87D0-145A8C131517}"/>
              </a:ext>
            </a:extLst>
          </p:cNvPr>
          <p:cNvSpPr txBox="1"/>
          <p:nvPr/>
        </p:nvSpPr>
        <p:spPr>
          <a:xfrm>
            <a:off x="3962737" y="3892178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12:30 PM – 01:30 PM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DFEF549F-FB49-3E47-F202-998B26D7A333}"/>
              </a:ext>
            </a:extLst>
          </p:cNvPr>
          <p:cNvSpPr/>
          <p:nvPr/>
        </p:nvSpPr>
        <p:spPr>
          <a:xfrm>
            <a:off x="2660702" y="6137128"/>
            <a:ext cx="6680371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6CA0C1-E9AD-349E-0B84-5DD329EFBCFB}"/>
              </a:ext>
            </a:extLst>
          </p:cNvPr>
          <p:cNvSpPr txBox="1"/>
          <p:nvPr/>
        </p:nvSpPr>
        <p:spPr>
          <a:xfrm>
            <a:off x="4915066" y="6200711"/>
            <a:ext cx="4285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The Grand Closing: Raffle &amp; Community Quiz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9BB1C-E269-8576-876E-853400C1B8AD}"/>
              </a:ext>
            </a:extLst>
          </p:cNvPr>
          <p:cNvSpPr txBox="1"/>
          <p:nvPr/>
        </p:nvSpPr>
        <p:spPr>
          <a:xfrm>
            <a:off x="3112861" y="620071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04:45 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9F617-720D-489D-3171-4087820E8909}"/>
              </a:ext>
            </a:extLst>
          </p:cNvPr>
          <p:cNvSpPr txBox="1"/>
          <p:nvPr/>
        </p:nvSpPr>
        <p:spPr>
          <a:xfrm>
            <a:off x="6495772" y="2565003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 SPACE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1A0C2D-5410-5124-F5A1-43C23FCAA252}"/>
              </a:ext>
            </a:extLst>
          </p:cNvPr>
          <p:cNvSpPr/>
          <p:nvPr/>
        </p:nvSpPr>
        <p:spPr>
          <a:xfrm>
            <a:off x="6095999" y="3254748"/>
            <a:ext cx="3197740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0FC8C-CC27-3AAF-2DBB-3EDE83750C5D}"/>
              </a:ext>
            </a:extLst>
          </p:cNvPr>
          <p:cNvSpPr txBox="1"/>
          <p:nvPr/>
        </p:nvSpPr>
        <p:spPr>
          <a:xfrm>
            <a:off x="7962900" y="3303645"/>
            <a:ext cx="133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62D0A7-EE2E-57E4-9990-0571A0F56E35}"/>
              </a:ext>
            </a:extLst>
          </p:cNvPr>
          <p:cNvSpPr txBox="1"/>
          <p:nvPr/>
        </p:nvSpPr>
        <p:spPr>
          <a:xfrm>
            <a:off x="5791217" y="330090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10:30 AM – 11:55 PM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0C66C0-0D44-6967-84C8-D6840A36E4A3}"/>
              </a:ext>
            </a:extLst>
          </p:cNvPr>
          <p:cNvSpPr/>
          <p:nvPr/>
        </p:nvSpPr>
        <p:spPr>
          <a:xfrm>
            <a:off x="2667166" y="5565977"/>
            <a:ext cx="3276956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D04D2-C934-3299-07F7-75A896CCAFF3}"/>
              </a:ext>
            </a:extLst>
          </p:cNvPr>
          <p:cNvSpPr txBox="1"/>
          <p:nvPr/>
        </p:nvSpPr>
        <p:spPr>
          <a:xfrm>
            <a:off x="4815811" y="5622157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82A9E4-C6F3-2706-FCE9-093BCCA9515C}"/>
              </a:ext>
            </a:extLst>
          </p:cNvPr>
          <p:cNvSpPr txBox="1"/>
          <p:nvPr/>
        </p:nvSpPr>
        <p:spPr>
          <a:xfrm>
            <a:off x="2546908" y="563393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03:15 PM – 04:40 PM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349273-10A2-C0AF-567B-837BC6EA7299}"/>
              </a:ext>
            </a:extLst>
          </p:cNvPr>
          <p:cNvSpPr/>
          <p:nvPr/>
        </p:nvSpPr>
        <p:spPr>
          <a:xfrm>
            <a:off x="6107708" y="5565977"/>
            <a:ext cx="322294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F151D8-3A03-AFF6-D6ED-9AA8B8D9BB3D}"/>
              </a:ext>
            </a:extLst>
          </p:cNvPr>
          <p:cNvSpPr txBox="1"/>
          <p:nvPr/>
        </p:nvSpPr>
        <p:spPr>
          <a:xfrm>
            <a:off x="7977617" y="5623820"/>
            <a:ext cx="1353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2599A-1C4E-1B94-BA68-8C30CE2F617B}"/>
              </a:ext>
            </a:extLst>
          </p:cNvPr>
          <p:cNvSpPr txBox="1"/>
          <p:nvPr/>
        </p:nvSpPr>
        <p:spPr>
          <a:xfrm>
            <a:off x="5783196" y="5623820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03:15 PM – 04:45 PM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64497D3-A086-6A87-C96A-1B6F3EB9F3B8}"/>
              </a:ext>
            </a:extLst>
          </p:cNvPr>
          <p:cNvSpPr/>
          <p:nvPr/>
        </p:nvSpPr>
        <p:spPr>
          <a:xfrm>
            <a:off x="2671116" y="4418012"/>
            <a:ext cx="3276956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297426-B0AC-4F80-6578-7E6242B60878}"/>
              </a:ext>
            </a:extLst>
          </p:cNvPr>
          <p:cNvSpPr txBox="1"/>
          <p:nvPr/>
        </p:nvSpPr>
        <p:spPr>
          <a:xfrm>
            <a:off x="4863145" y="4458893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E51A24-136B-05AC-FD73-67ABBB7054BD}"/>
              </a:ext>
            </a:extLst>
          </p:cNvPr>
          <p:cNvSpPr txBox="1"/>
          <p:nvPr/>
        </p:nvSpPr>
        <p:spPr>
          <a:xfrm>
            <a:off x="2594242" y="447066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01:30 PM – 02:55 PM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1F39B8D-0B72-6BA3-B5CB-198509EBF2FA}"/>
              </a:ext>
            </a:extLst>
          </p:cNvPr>
          <p:cNvSpPr/>
          <p:nvPr/>
        </p:nvSpPr>
        <p:spPr>
          <a:xfrm>
            <a:off x="6135312" y="4421770"/>
            <a:ext cx="3197740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4152C3-2C85-70BE-DD9B-F26E629C9DFC}"/>
              </a:ext>
            </a:extLst>
          </p:cNvPr>
          <p:cNvSpPr txBox="1"/>
          <p:nvPr/>
        </p:nvSpPr>
        <p:spPr>
          <a:xfrm>
            <a:off x="8002213" y="4470667"/>
            <a:ext cx="133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386B23-EC39-42F5-9B4A-672E2D6740BB}"/>
              </a:ext>
            </a:extLst>
          </p:cNvPr>
          <p:cNvSpPr txBox="1"/>
          <p:nvPr/>
        </p:nvSpPr>
        <p:spPr>
          <a:xfrm>
            <a:off x="5830530" y="4467923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01:30 PM – 03:00 PM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EC8FD4D-FD2A-4D2E-41C7-A45A90484B70}"/>
              </a:ext>
            </a:extLst>
          </p:cNvPr>
          <p:cNvSpPr/>
          <p:nvPr/>
        </p:nvSpPr>
        <p:spPr>
          <a:xfrm>
            <a:off x="2660702" y="4994826"/>
            <a:ext cx="6669957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F25E58-7C1C-9849-9D9F-66BDCF464F7E}"/>
              </a:ext>
            </a:extLst>
          </p:cNvPr>
          <p:cNvSpPr txBox="1"/>
          <p:nvPr/>
        </p:nvSpPr>
        <p:spPr>
          <a:xfrm>
            <a:off x="6256431" y="5050138"/>
            <a:ext cx="900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Break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0DC95-09FB-3380-D98D-F6C4DDC452DA}"/>
              </a:ext>
            </a:extLst>
          </p:cNvPr>
          <p:cNvSpPr txBox="1"/>
          <p:nvPr/>
        </p:nvSpPr>
        <p:spPr>
          <a:xfrm>
            <a:off x="3999657" y="5050138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03:00 PM – 03:15 PM</a:t>
            </a: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1839F492-0DD3-34CF-28CA-71ED99A96C7D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rot="5400000">
            <a:off x="5078877" y="1379735"/>
            <a:ext cx="183047" cy="1851200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B781AB35-0608-5D99-DFD5-276355B49BCE}"/>
              </a:ext>
            </a:extLst>
          </p:cNvPr>
          <p:cNvCxnSpPr>
            <a:stCxn id="14" idx="2"/>
            <a:endCxn id="38" idx="0"/>
          </p:cNvCxnSpPr>
          <p:nvPr/>
        </p:nvCxnSpPr>
        <p:spPr>
          <a:xfrm rot="16200000" flipH="1">
            <a:off x="6746901" y="1562910"/>
            <a:ext cx="192309" cy="1494111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9373-CEC8-8B01-81ED-695E818A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feedback matters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BDD591-90B9-5258-F790-7F0C3EED6A1A}"/>
              </a:ext>
            </a:extLst>
          </p:cNvPr>
          <p:cNvSpPr/>
          <p:nvPr/>
        </p:nvSpPr>
        <p:spPr>
          <a:xfrm>
            <a:off x="4232422" y="2033894"/>
            <a:ext cx="3613720" cy="3137704"/>
          </a:xfrm>
          <a:prstGeom prst="roundRect">
            <a:avLst/>
          </a:prstGeom>
          <a:noFill/>
          <a:ln w="28575">
            <a:solidFill>
              <a:srgbClr val="DDD7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06383-FF47-B4A8-408C-CE3A9F313DDE}"/>
              </a:ext>
            </a:extLst>
          </p:cNvPr>
          <p:cNvSpPr txBox="1"/>
          <p:nvPr/>
        </p:nvSpPr>
        <p:spPr>
          <a:xfrm>
            <a:off x="4411885" y="5613298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  <a:latin typeface="Lufga" panose="00000500000000000000" pitchFamily="50" charset="0"/>
              </a:rPr>
              <a:t>Add feedback QR code here</a:t>
            </a:r>
          </a:p>
        </p:txBody>
      </p:sp>
    </p:spTree>
    <p:extLst>
      <p:ext uri="{BB962C8B-B14F-4D97-AF65-F5344CB8AC3E}">
        <p14:creationId xmlns:p14="http://schemas.microsoft.com/office/powerpoint/2010/main" val="1676759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61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99</Words>
  <Application>Microsoft Office PowerPoint</Application>
  <PresentationFormat>Widescreen</PresentationFormat>
  <Paragraphs>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Aptos</vt:lpstr>
      <vt:lpstr>Lufga</vt:lpstr>
      <vt:lpstr>Office Theme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Your feedback matters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11</cp:revision>
  <dcterms:created xsi:type="dcterms:W3CDTF">2026-01-27T07:16:52Z</dcterms:created>
  <dcterms:modified xsi:type="dcterms:W3CDTF">2026-05-17T05:36:26Z</dcterms:modified>
</cp:coreProperties>
</file>