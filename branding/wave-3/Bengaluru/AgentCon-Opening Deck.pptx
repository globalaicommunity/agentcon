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65" r:id="rId2"/>
    <p:sldId id="277" r:id="rId3"/>
    <p:sldId id="270" r:id="rId4"/>
    <p:sldId id="271" r:id="rId5"/>
    <p:sldId id="264" r:id="rId6"/>
    <p:sldId id="266" r:id="rId7"/>
    <p:sldId id="267" r:id="rId8"/>
    <p:sldId id="276" r:id="rId9"/>
    <p:sldId id="269" r:id="rId10"/>
    <p:sldId id="275" r:id="rId11"/>
    <p:sldId id="261" r:id="rId12"/>
  </p:sldIdLst>
  <p:sldSz cx="12192000" cy="6858000"/>
  <p:notesSz cx="6858000" cy="9144000"/>
  <p:embeddedFontLst>
    <p:embeddedFont>
      <p:font typeface="Lufga" panose="00000500000000000000" pitchFamily="50" charset="0"/>
      <p:regular r:id="rId15"/>
      <p:bold r:id="rId16"/>
      <p:italic r:id="rId17"/>
      <p:boldItalic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5649"/>
    <a:srgbClr val="DDD7C0"/>
    <a:srgbClr val="13211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14" autoAdjust="0"/>
    <p:restoredTop sz="94660"/>
  </p:normalViewPr>
  <p:slideViewPr>
    <p:cSldViewPr snapToGrid="0">
      <p:cViewPr>
        <p:scale>
          <a:sx n="47" d="100"/>
          <a:sy n="47" d="100"/>
        </p:scale>
        <p:origin x="1988" y="10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5" d="100"/>
          <a:sy n="85" d="100"/>
        </p:scale>
        <p:origin x="3888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85B94FC-C394-660C-315C-2CC6BFE5D75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A7FDF9-F2C3-1D78-E928-EA2CC7C8674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2E83D4-0712-4B80-9A04-DAA4D13CDEE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B752DA-6700-D9D3-415A-36AA855FE15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5558E0-45CC-0E4C-EB32-643F62E1279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B0559A-D670-4967-8855-A892FB9B94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05278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987D1C-95F8-4EC2-A8BC-B964CB04ED1E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89F342-0359-4B02-A5FB-CCB8A82A50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4995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89F342-0359-4B02-A5FB-CCB8A82A50B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254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A7DCA-9B05-7609-52B3-05F8E7DCDF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033DBA-F3FE-5686-FE62-ED0E7BCF12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1D1CAA-6E08-D0FA-1807-9EBBC3727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8634D-DBAD-3296-AEB7-933993D44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397187-6D2E-BB6D-76F9-07949E2BA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057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D1D7B-AC56-2FE8-27D2-995423708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0D526F-2FEB-AE63-544C-F91CAAEA5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DB4D70-52BC-19B1-41CD-598204408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BD85F9-09EC-9FD7-E247-DE60AF55E2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5131B2-E759-BAC9-593A-A9A59DDC0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8C305EC-6B0E-C106-C7C3-C21594509DDC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30E74C-4634-6B5C-023D-FF24C77B4126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39590058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665F4-2907-AEC7-746E-5A932191E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5DA72A-5C10-766D-80C0-579AE29C71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516EA6-2D5B-9A7E-B855-47737FFB28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0AC68A-2FEC-8CC4-7E0A-BA30B321DD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8D1C26-3F57-D5E1-E0EC-AF7C8F3EF4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A60D85-C288-2E3B-B8F0-E43709F40D1A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C42EE8-02CA-BF54-F281-8CE989992960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38941194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18CFF-A2A3-439C-34E2-A6A87D1E1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5EB1F-3FDC-BEEF-7B79-31A3AF830F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74DA9E-DC20-E015-883C-1AEB0FB956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D534F6-4D4F-20CC-3151-81E6C331C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13762-0CDA-8AF3-907A-ED80A53134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89C546-A983-4F5D-2014-6A73DBA64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0597CE-7346-4A80-7F21-5594BD0EB867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1313B7-7F9E-C4CC-31A1-A85242BDF637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30306693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C6460-35C0-ACB8-1B64-BBBE4E3FB7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CEEE1-2131-62A7-EF22-E7B59A62B5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E39260-F824-48DD-0829-9119B4D552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2AAF36-CDD7-5696-1212-0EDCB271AB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AFB544-E93D-97DA-AD49-EF0CA8C35C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6DF75BA-991E-206F-496C-DFD2707BDD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8854900-E444-E153-AD7A-63021E2F8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A68BA3-887A-6A1D-7C94-C769FD957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58328CA-13D1-A7F5-8CCF-D31ECE645DA9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31A273F-BDB5-C307-5B3E-2EA49659763C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10917897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E8D07-5FD8-A047-32B2-24F0FD111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4DEDDC-6E7C-804A-9255-ABE3A2450B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9664CB7-81BF-600A-AE0A-ECBA650F7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BC6CA2-1CE3-7196-7478-E5063C2FF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2B24AF0-1003-FBF1-4BAC-72C69EDE3BF7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D32194-D1D2-0AD9-4BDE-8AC9915A0E7B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31702661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7F4658-E9A1-B8B7-FF6A-E3CC58EC37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B4538A-0898-047F-63F0-1645A59A4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0BDA6F-B33D-21C0-6F52-F1939F106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8808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7DCB3-9E3A-279F-D7E9-4335834F8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289BB8-E501-401E-6FA1-93A35211AF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9B6406-D51E-3CA4-F961-05B9C71D18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D33E94-FD8F-D103-6B89-877180069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C1CC59-B9E0-EB9D-F3B2-8BB207A7E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341619-2459-8EE5-F287-E5AC164F8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41BBFDA-E455-035E-CF34-558F979C54C9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D6F701-5E32-8CE8-4B18-BC1D01EF8622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514460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8BCE5-04A6-B727-8271-2AAFA8E679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0AC506D-45B8-E192-896D-0E8EBB61A3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93B607-5EE6-CBE1-EE48-8956A921F0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7EB89C-0BBE-C2C6-8B1E-6C799981D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BB8A89-5098-FE3E-E298-A91389275F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F9875D-3849-56F2-4636-58A0DC6B0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73D969B-DE54-11C0-1DF1-5CA7EEB63F66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144305-758C-24CA-515B-B32AA5793B1A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31540980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D2AB2-597E-DA67-891A-BED08852A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F5DADA-E94A-32EE-4C97-F5824B323C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BCB63E-ABD9-3109-1C6D-FE923E30FE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C96D5B-B08C-796E-37C6-F5AF8E6AFB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F8EDA9-9E14-503D-7FF0-DD6D669EB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CDFEA7-775B-5544-75BF-C7234CC9FA27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BA4F31-C261-5E36-694B-22FCB49CE0F0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29593198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2584C18-2515-20B1-2FD3-313B2CEAB2B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AEEA44-A443-120B-CCB5-BA86A6B736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E7C17E-31E5-B960-B849-14134626E8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53E416-76A8-C4BC-6692-4C0769813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45AD9D-13D2-1CDA-5A65-4868CC19F7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83A543-B838-6D41-4BE1-5D34A14FAAFB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AB65E1-973A-9BC6-2268-C05634B4E528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3787646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white background with a silhouette of a city&#10;&#10;AI-generated content may be incorrect.">
            <a:extLst>
              <a:ext uri="{FF2B5EF4-FFF2-40B4-BE49-F238E27FC236}">
                <a16:creationId xmlns:a16="http://schemas.microsoft.com/office/drawing/2014/main" id="{0D591352-A335-556D-CB16-F1246919D76C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8CE2467-CD3D-F64F-142C-16A5BF370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00F78F-E5C4-55D8-CB66-DFDE0ACB08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B2741-B1B4-D865-8FAD-8181F9826C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070270-E84E-4A05-BDBE-19BEB135420D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AC9036-EAEE-B51C-9AA7-712E218217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86DD56-594F-EE1D-E153-75801EDBD4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0066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665649"/>
          </a:solidFill>
          <a:latin typeface="Lufga" panose="00000500000000000000" pitchFamily="50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Lufga" panose="00000500000000000000" pitchFamily="50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Lufga" panose="00000500000000000000" pitchFamily="50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Lufga" panose="00000500000000000000" pitchFamily="50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Lufga" panose="00000500000000000000" pitchFamily="50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Lufga" panose="00000500000000000000" pitchFamily="50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E961B-98AF-2AB2-78FC-E30A230F1FC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56DCED-9CC8-5B56-AB7E-804343D8385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C74868-07D0-49A2-D226-F963BF1E84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1168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A9889-970F-D28B-98A4-8892CE7F6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889AD52-4522-CA5A-3F87-0F28AC6D31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B70F143-912A-3997-3DCB-2F95B7580B64}"/>
              </a:ext>
            </a:extLst>
          </p:cNvPr>
          <p:cNvSpPr txBox="1"/>
          <p:nvPr/>
        </p:nvSpPr>
        <p:spPr>
          <a:xfrm>
            <a:off x="389951" y="2828835"/>
            <a:ext cx="1141209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7200" b="1" dirty="0">
                <a:solidFill>
                  <a:srgbClr val="665649"/>
                </a:solidFill>
                <a:latin typeface="Lufga" panose="00000500000000000000" pitchFamily="50" charset="0"/>
              </a:rPr>
              <a:t>Good Morning, Bengaluru</a:t>
            </a:r>
          </a:p>
        </p:txBody>
      </p:sp>
    </p:spTree>
    <p:extLst>
      <p:ext uri="{BB962C8B-B14F-4D97-AF65-F5344CB8AC3E}">
        <p14:creationId xmlns:p14="http://schemas.microsoft.com/office/powerpoint/2010/main" val="27734775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91C3BC5-0DC8-187D-94DD-B005032CFC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1D9AA1D-334B-C817-3BED-1C272E49DB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095500" y="2679700"/>
            <a:ext cx="8001000" cy="4000500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FEA81269-E670-2BDC-22B3-A21C0890E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AgentCon around the world</a:t>
            </a:r>
          </a:p>
        </p:txBody>
      </p:sp>
    </p:spTree>
    <p:extLst>
      <p:ext uri="{BB962C8B-B14F-4D97-AF65-F5344CB8AC3E}">
        <p14:creationId xmlns:p14="http://schemas.microsoft.com/office/powerpoint/2010/main" val="31183991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3C88EF-3BD8-B30B-E40E-91DEF4D28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6D32E4-A60F-752D-2D97-EFDCE407B5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80330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FAEF6-3E62-8850-70CE-E9779DB464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42510DE-8BA0-632B-805D-308908AD1D9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835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7DBD57-4663-2833-AFD8-3EE170458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BA8A847-C8A4-343D-B57C-86C1086DE4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7651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268521A-17DE-28E4-C52D-DDEE0EA9B7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50569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38D221-0838-3CED-4EEE-80ADB5C1D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0DA5870B-D108-9ADA-ED79-A1E5EEF172B1}"/>
              </a:ext>
            </a:extLst>
          </p:cNvPr>
          <p:cNvGrpSpPr/>
          <p:nvPr/>
        </p:nvGrpSpPr>
        <p:grpSpPr>
          <a:xfrm>
            <a:off x="1099976" y="512618"/>
            <a:ext cx="9853106" cy="718511"/>
            <a:chOff x="2718450" y="177943"/>
            <a:chExt cx="6622623" cy="420316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9CE82A9-7900-F2E0-17B2-38C86E286158}"/>
                </a:ext>
              </a:extLst>
            </p:cNvPr>
            <p:cNvSpPr txBox="1"/>
            <p:nvPr/>
          </p:nvSpPr>
          <p:spPr>
            <a:xfrm>
              <a:off x="5881090" y="288137"/>
              <a:ext cx="3349617" cy="2340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665649"/>
                  </a:solidFill>
                </a:rPr>
                <a:t>Credentials + Welcome Coffee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F551976-3EEA-BAE1-BA90-684006D4E3DB}"/>
                </a:ext>
              </a:extLst>
            </p:cNvPr>
            <p:cNvSpPr txBox="1"/>
            <p:nvPr/>
          </p:nvSpPr>
          <p:spPr>
            <a:xfrm>
              <a:off x="3282868" y="272712"/>
              <a:ext cx="2224949" cy="2340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665649"/>
                  </a:solidFill>
                </a:rPr>
                <a:t>09:00 AM – 10:00 AM</a:t>
              </a:r>
            </a:p>
          </p:txBody>
        </p:sp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1E50616D-FF17-2194-B131-9D701D72CE94}"/>
                </a:ext>
              </a:extLst>
            </p:cNvPr>
            <p:cNvSpPr/>
            <p:nvPr/>
          </p:nvSpPr>
          <p:spPr>
            <a:xfrm>
              <a:off x="2718450" y="177943"/>
              <a:ext cx="6622623" cy="420316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52D58C68-682E-C2C4-3270-04E8E9EDEEC4}"/>
              </a:ext>
            </a:extLst>
          </p:cNvPr>
          <p:cNvGrpSpPr/>
          <p:nvPr/>
        </p:nvGrpSpPr>
        <p:grpSpPr>
          <a:xfrm>
            <a:off x="1119694" y="1434602"/>
            <a:ext cx="9853106" cy="1471525"/>
            <a:chOff x="2718450" y="177943"/>
            <a:chExt cx="6622623" cy="860816"/>
          </a:xfrm>
        </p:grpSpPr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259D86F6-3BE6-AE34-B87C-BBE149EB3AD2}"/>
                </a:ext>
              </a:extLst>
            </p:cNvPr>
            <p:cNvSpPr txBox="1"/>
            <p:nvPr/>
          </p:nvSpPr>
          <p:spPr>
            <a:xfrm>
              <a:off x="5934075" y="278776"/>
              <a:ext cx="3197740" cy="63015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665649"/>
                  </a:solidFill>
                </a:rPr>
                <a:t>Keynote: Henk Boelman</a:t>
              </a:r>
            </a:p>
            <a:p>
              <a:pPr algn="ctr"/>
              <a:r>
                <a:rPr lang="en-US" sz="2000" dirty="0">
                  <a:solidFill>
                    <a:srgbClr val="665649"/>
                  </a:solidFill>
                </a:rPr>
                <a:t>Agents of Tomorrow: Building the Next Generation of Intelligence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0BA0D24B-B37F-9FE3-43EB-F628C38E6BC2}"/>
                </a:ext>
              </a:extLst>
            </p:cNvPr>
            <p:cNvSpPr txBox="1"/>
            <p:nvPr/>
          </p:nvSpPr>
          <p:spPr>
            <a:xfrm>
              <a:off x="3367393" y="440045"/>
              <a:ext cx="2224949" cy="2340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665649"/>
                  </a:solidFill>
                </a:rPr>
                <a:t>10:00 AM - 10:55 AM</a:t>
              </a:r>
            </a:p>
          </p:txBody>
        </p:sp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019E0DEA-EFA9-F404-2596-15181F1FA766}"/>
                </a:ext>
              </a:extLst>
            </p:cNvPr>
            <p:cNvSpPr/>
            <p:nvPr/>
          </p:nvSpPr>
          <p:spPr>
            <a:xfrm>
              <a:off x="2718450" y="177943"/>
              <a:ext cx="6622623" cy="860816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0C3F412-4D71-11E6-8081-CEC2248D0934}"/>
              </a:ext>
            </a:extLst>
          </p:cNvPr>
          <p:cNvCxnSpPr>
            <a:cxnSpLocks/>
          </p:cNvCxnSpPr>
          <p:nvPr/>
        </p:nvCxnSpPr>
        <p:spPr>
          <a:xfrm>
            <a:off x="5693756" y="4161341"/>
            <a:ext cx="0" cy="447788"/>
          </a:xfrm>
          <a:prstGeom prst="line">
            <a:avLst/>
          </a:prstGeom>
          <a:ln w="19050">
            <a:solidFill>
              <a:srgbClr val="DDD7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71FFE914-6942-CCC9-7B87-671838343AFE}"/>
              </a:ext>
            </a:extLst>
          </p:cNvPr>
          <p:cNvSpPr txBox="1"/>
          <p:nvPr/>
        </p:nvSpPr>
        <p:spPr>
          <a:xfrm>
            <a:off x="5944628" y="4178055"/>
            <a:ext cx="47575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rgbClr val="665649"/>
                </a:solidFill>
              </a:rPr>
              <a:t>Lunch Break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31F0DCF-9BDD-CCFC-17D5-D21C38971E85}"/>
              </a:ext>
            </a:extLst>
          </p:cNvPr>
          <p:cNvSpPr txBox="1"/>
          <p:nvPr/>
        </p:nvSpPr>
        <p:spPr>
          <a:xfrm>
            <a:off x="2085188" y="4187479"/>
            <a:ext cx="3310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5649"/>
                </a:solidFill>
              </a:rPr>
              <a:t>12:30 PM - 01:25 PM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79E5DFC-21B8-0DE4-64D8-CC00DCD2D272}"/>
              </a:ext>
            </a:extLst>
          </p:cNvPr>
          <p:cNvSpPr/>
          <p:nvPr/>
        </p:nvSpPr>
        <p:spPr>
          <a:xfrm>
            <a:off x="1099976" y="4025980"/>
            <a:ext cx="9853106" cy="718511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83BCA4C-ACA8-4A90-9E10-715CCB312897}"/>
              </a:ext>
            </a:extLst>
          </p:cNvPr>
          <p:cNvSpPr txBox="1"/>
          <p:nvPr/>
        </p:nvSpPr>
        <p:spPr>
          <a:xfrm>
            <a:off x="5761766" y="5097236"/>
            <a:ext cx="521103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rgbClr val="665649"/>
                </a:solidFill>
              </a:rPr>
              <a:t>Sessions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639C3B2-D068-1947-CDAB-713321814B5E}"/>
              </a:ext>
            </a:extLst>
          </p:cNvPr>
          <p:cNvSpPr txBox="1"/>
          <p:nvPr/>
        </p:nvSpPr>
        <p:spPr>
          <a:xfrm>
            <a:off x="2085188" y="5077538"/>
            <a:ext cx="3310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5649"/>
                </a:solidFill>
              </a:rPr>
              <a:t>01:30 PM - 04:00 PM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7B0DE85-F162-B393-F717-3EC49D8607A1}"/>
              </a:ext>
            </a:extLst>
          </p:cNvPr>
          <p:cNvGrpSpPr/>
          <p:nvPr/>
        </p:nvGrpSpPr>
        <p:grpSpPr>
          <a:xfrm>
            <a:off x="1119694" y="3106798"/>
            <a:ext cx="9853106" cy="2556874"/>
            <a:chOff x="2731703" y="2311895"/>
            <a:chExt cx="6622623" cy="1495726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5EB0F529-215D-1DBB-6F1F-0100AE71E507}"/>
                </a:ext>
              </a:extLst>
            </p:cNvPr>
            <p:cNvSpPr txBox="1"/>
            <p:nvPr/>
          </p:nvSpPr>
          <p:spPr>
            <a:xfrm>
              <a:off x="5794937" y="2396957"/>
              <a:ext cx="3502521" cy="2340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665649"/>
                  </a:solidFill>
                </a:rPr>
                <a:t>Sessions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ED07FD0-A013-D303-A622-735EA049FF84}"/>
                </a:ext>
              </a:extLst>
            </p:cNvPr>
            <p:cNvSpPr txBox="1"/>
            <p:nvPr/>
          </p:nvSpPr>
          <p:spPr>
            <a:xfrm>
              <a:off x="3380646" y="2390500"/>
              <a:ext cx="2224949" cy="2340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665649"/>
                  </a:solidFill>
                </a:rPr>
                <a:t>11:00 AM- 12:25 PM</a:t>
              </a:r>
            </a:p>
          </p:txBody>
        </p:sp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95F28F87-DB90-AE9D-7931-6E7D3A5D7954}"/>
                </a:ext>
              </a:extLst>
            </p:cNvPr>
            <p:cNvSpPr/>
            <p:nvPr/>
          </p:nvSpPr>
          <p:spPr>
            <a:xfrm>
              <a:off x="2731703" y="2311895"/>
              <a:ext cx="6622623" cy="420316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A8402696-83FA-EDD1-74ED-4176EEA08E44}"/>
                </a:ext>
              </a:extLst>
            </p:cNvPr>
            <p:cNvSpPr/>
            <p:nvPr/>
          </p:nvSpPr>
          <p:spPr>
            <a:xfrm>
              <a:off x="2731703" y="3387305"/>
              <a:ext cx="6622623" cy="420316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C3C68DBD-90DB-335F-9227-9DF7A21A511A}"/>
              </a:ext>
            </a:extLst>
          </p:cNvPr>
          <p:cNvSpPr txBox="1"/>
          <p:nvPr/>
        </p:nvSpPr>
        <p:spPr>
          <a:xfrm>
            <a:off x="5880990" y="6013481"/>
            <a:ext cx="521103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rgbClr val="665649"/>
                </a:solidFill>
              </a:rPr>
              <a:t>Closing Remarks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195633A-7DF0-0320-4E5D-138951775BC9}"/>
              </a:ext>
            </a:extLst>
          </p:cNvPr>
          <p:cNvSpPr txBox="1"/>
          <p:nvPr/>
        </p:nvSpPr>
        <p:spPr>
          <a:xfrm>
            <a:off x="2085188" y="6016418"/>
            <a:ext cx="3310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5649"/>
                </a:solidFill>
              </a:rPr>
              <a:t>04:30 PM - 05:00 PM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27C590D6-52B2-8528-43BE-0FB11A036BC8}"/>
              </a:ext>
            </a:extLst>
          </p:cNvPr>
          <p:cNvSpPr/>
          <p:nvPr/>
        </p:nvSpPr>
        <p:spPr>
          <a:xfrm>
            <a:off x="1099976" y="5864343"/>
            <a:ext cx="9853106" cy="718511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6EAF3DB-91B4-17FF-B1E5-10AE966CB248}"/>
              </a:ext>
            </a:extLst>
          </p:cNvPr>
          <p:cNvCxnSpPr>
            <a:cxnSpLocks/>
          </p:cNvCxnSpPr>
          <p:nvPr/>
        </p:nvCxnSpPr>
        <p:spPr>
          <a:xfrm>
            <a:off x="5693756" y="5073164"/>
            <a:ext cx="0" cy="447788"/>
          </a:xfrm>
          <a:prstGeom prst="line">
            <a:avLst/>
          </a:prstGeom>
          <a:ln w="19050">
            <a:solidFill>
              <a:srgbClr val="DDD7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D76DC77-C4C9-CFCF-E42D-37CA7DD954A7}"/>
              </a:ext>
            </a:extLst>
          </p:cNvPr>
          <p:cNvCxnSpPr>
            <a:cxnSpLocks/>
          </p:cNvCxnSpPr>
          <p:nvPr/>
        </p:nvCxnSpPr>
        <p:spPr>
          <a:xfrm>
            <a:off x="5693756" y="3240862"/>
            <a:ext cx="0" cy="447788"/>
          </a:xfrm>
          <a:prstGeom prst="line">
            <a:avLst/>
          </a:prstGeom>
          <a:ln w="19050">
            <a:solidFill>
              <a:srgbClr val="DDD7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57AC887-3D7A-45FC-DA15-0F9DD8EAC16B}"/>
              </a:ext>
            </a:extLst>
          </p:cNvPr>
          <p:cNvCxnSpPr>
            <a:cxnSpLocks/>
          </p:cNvCxnSpPr>
          <p:nvPr/>
        </p:nvCxnSpPr>
        <p:spPr>
          <a:xfrm>
            <a:off x="5693756" y="6013481"/>
            <a:ext cx="0" cy="447788"/>
          </a:xfrm>
          <a:prstGeom prst="line">
            <a:avLst/>
          </a:prstGeom>
          <a:ln w="19050">
            <a:solidFill>
              <a:srgbClr val="DDD7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F0A10B4-D301-A081-88AD-579776345A1D}"/>
              </a:ext>
            </a:extLst>
          </p:cNvPr>
          <p:cNvCxnSpPr>
            <a:cxnSpLocks/>
          </p:cNvCxnSpPr>
          <p:nvPr/>
        </p:nvCxnSpPr>
        <p:spPr>
          <a:xfrm>
            <a:off x="5693756" y="1658759"/>
            <a:ext cx="0" cy="973642"/>
          </a:xfrm>
          <a:prstGeom prst="line">
            <a:avLst/>
          </a:prstGeom>
          <a:ln w="19050">
            <a:solidFill>
              <a:srgbClr val="DDD7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01D7C8B3-B56B-892D-E0FC-32BBBDDDC35A}"/>
              </a:ext>
            </a:extLst>
          </p:cNvPr>
          <p:cNvCxnSpPr>
            <a:cxnSpLocks/>
          </p:cNvCxnSpPr>
          <p:nvPr/>
        </p:nvCxnSpPr>
        <p:spPr>
          <a:xfrm>
            <a:off x="5693756" y="653311"/>
            <a:ext cx="0" cy="447788"/>
          </a:xfrm>
          <a:prstGeom prst="line">
            <a:avLst/>
          </a:prstGeom>
          <a:ln w="19050">
            <a:solidFill>
              <a:srgbClr val="DDD7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38391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42BB3-7A24-2BE6-1458-13154A6BE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AB9C82-99A8-E70D-DC1F-31522BF7FF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Join the AI Conversation </a:t>
            </a:r>
            <a:br>
              <a:rPr lang="en-US" b="1" dirty="0"/>
            </a:br>
            <a:r>
              <a:rPr lang="en-US" b="1" dirty="0"/>
              <a:t>on Discord</a:t>
            </a:r>
          </a:p>
        </p:txBody>
      </p:sp>
      <p:pic>
        <p:nvPicPr>
          <p:cNvPr id="4" name="Picture 3" descr="A qr code with circles and circles&#10;&#10;AI-generated content may be incorrect.">
            <a:extLst>
              <a:ext uri="{FF2B5EF4-FFF2-40B4-BE49-F238E27FC236}">
                <a16:creationId xmlns:a16="http://schemas.microsoft.com/office/drawing/2014/main" id="{F5940F71-6DD7-8068-BDC0-0ED73CEEFE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5000" y="1957131"/>
            <a:ext cx="3302000" cy="3302000"/>
          </a:xfrm>
          <a:prstGeom prst="roundRect">
            <a:avLst>
              <a:gd name="adj" fmla="val 5932"/>
            </a:avLst>
          </a:prstGeom>
          <a:ln w="28575">
            <a:solidFill>
              <a:srgbClr val="DDD7C0"/>
            </a:solidFill>
          </a:ln>
          <a:effectLst>
            <a:outerShdw blurRad="63500" sx="102000" sy="102000" algn="ctr" rotWithShape="0">
              <a:schemeClr val="bg1">
                <a:lumMod val="50000"/>
                <a:alpha val="41000"/>
              </a:schemeClr>
            </a:outerShd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23F8971-DA18-B9F2-175C-607DC6973F58}"/>
              </a:ext>
            </a:extLst>
          </p:cNvPr>
          <p:cNvSpPr txBox="1"/>
          <p:nvPr/>
        </p:nvSpPr>
        <p:spPr>
          <a:xfrm>
            <a:off x="4713646" y="5664709"/>
            <a:ext cx="2764708" cy="523220"/>
          </a:xfrm>
          <a:prstGeom prst="rect">
            <a:avLst/>
          </a:prstGeom>
          <a:noFill/>
          <a:ln w="28575">
            <a:noFill/>
          </a:ln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665649"/>
                </a:solidFill>
                <a:latin typeface="Lufga" panose="00000500000000000000" pitchFamily="50" charset="0"/>
              </a:rPr>
              <a:t>gaic.io/discord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8A56C32-D26C-36EC-E078-472A9F17DF5D}"/>
              </a:ext>
            </a:extLst>
          </p:cNvPr>
          <p:cNvSpPr/>
          <p:nvPr/>
        </p:nvSpPr>
        <p:spPr>
          <a:xfrm>
            <a:off x="4584700" y="5664709"/>
            <a:ext cx="3009900" cy="523220"/>
          </a:xfrm>
          <a:prstGeom prst="roundRect">
            <a:avLst/>
          </a:prstGeom>
          <a:noFill/>
          <a:ln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4126987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5703B-4FDB-1191-2F51-51CBC1FB5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5F4F7-D177-DB13-54EC-F4B3B1C6BEE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C895B0-9532-C02E-8DC3-5DC79A1F236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AC4B2C-610D-7BBF-3C4C-12409B4904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8621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8BBE18F1-C723-71C3-6132-AA35291C540D}"/>
              </a:ext>
            </a:extLst>
          </p:cNvPr>
          <p:cNvGrpSpPr/>
          <p:nvPr/>
        </p:nvGrpSpPr>
        <p:grpSpPr>
          <a:xfrm>
            <a:off x="2718450" y="794346"/>
            <a:ext cx="6622623" cy="420316"/>
            <a:chOff x="2718450" y="177943"/>
            <a:chExt cx="6622623" cy="420316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1D84015-4ACC-A791-2264-0955650027B1}"/>
                </a:ext>
              </a:extLst>
            </p:cNvPr>
            <p:cNvSpPr txBox="1"/>
            <p:nvPr/>
          </p:nvSpPr>
          <p:spPr>
            <a:xfrm>
              <a:off x="5944121" y="231210"/>
              <a:ext cx="3349617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665649"/>
                  </a:solidFill>
                </a:rPr>
                <a:t>Credentials + Welcome Coffee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A998A68-6F0A-F096-0858-1AB58A30DF25}"/>
                </a:ext>
              </a:extLst>
            </p:cNvPr>
            <p:cNvSpPr txBox="1"/>
            <p:nvPr/>
          </p:nvSpPr>
          <p:spPr>
            <a:xfrm>
              <a:off x="3380646" y="220244"/>
              <a:ext cx="222494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rgbClr val="665649"/>
                  </a:solidFill>
                </a:rPr>
                <a:t>09:00 AM – 10:00 AM</a:t>
              </a:r>
            </a:p>
          </p:txBody>
        </p:sp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27CB71FD-24DA-496C-B111-5A4CFAB0AEE5}"/>
                </a:ext>
              </a:extLst>
            </p:cNvPr>
            <p:cNvSpPr/>
            <p:nvPr/>
          </p:nvSpPr>
          <p:spPr>
            <a:xfrm>
              <a:off x="2718450" y="177943"/>
              <a:ext cx="6622623" cy="420316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514C35D5-9A9F-0B57-C1B1-15B14CF3D196}"/>
              </a:ext>
            </a:extLst>
          </p:cNvPr>
          <p:cNvGrpSpPr/>
          <p:nvPr/>
        </p:nvGrpSpPr>
        <p:grpSpPr>
          <a:xfrm>
            <a:off x="2731703" y="1333690"/>
            <a:ext cx="6622623" cy="860816"/>
            <a:chOff x="2718450" y="177943"/>
            <a:chExt cx="6622623" cy="860816"/>
          </a:xfrm>
        </p:grpSpPr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77D1A5CA-A577-C1DB-E54E-B87DC1B4FE69}"/>
                </a:ext>
              </a:extLst>
            </p:cNvPr>
            <p:cNvSpPr txBox="1"/>
            <p:nvPr/>
          </p:nvSpPr>
          <p:spPr>
            <a:xfrm>
              <a:off x="5867837" y="230510"/>
              <a:ext cx="3197740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665649"/>
                  </a:solidFill>
                </a:rPr>
                <a:t>Keynote: Henk Boelman</a:t>
              </a:r>
            </a:p>
            <a:p>
              <a:pPr algn="ctr"/>
              <a:r>
                <a:rPr lang="en-US" sz="1400" dirty="0">
                  <a:solidFill>
                    <a:srgbClr val="665649"/>
                  </a:solidFill>
                </a:rPr>
                <a:t>Agents of Tomorrow: Building the Next Generation of Intelligence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D24DBF12-43B6-3E15-5D1F-D5B34C6663F6}"/>
                </a:ext>
              </a:extLst>
            </p:cNvPr>
            <p:cNvSpPr txBox="1"/>
            <p:nvPr/>
          </p:nvSpPr>
          <p:spPr>
            <a:xfrm>
              <a:off x="3367393" y="440045"/>
              <a:ext cx="222494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rgbClr val="665649"/>
                  </a:solidFill>
                </a:rPr>
                <a:t>10:00 AM - 10:55 AM</a:t>
              </a:r>
            </a:p>
          </p:txBody>
        </p:sp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A96C2C39-80F3-B5A3-1D0B-28283EDE17DF}"/>
                </a:ext>
              </a:extLst>
            </p:cNvPr>
            <p:cNvSpPr/>
            <p:nvPr/>
          </p:nvSpPr>
          <p:spPr>
            <a:xfrm>
              <a:off x="2718450" y="177943"/>
              <a:ext cx="6622623" cy="860816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4A97F44-5B10-20F3-F2CE-BF00347C96A0}"/>
              </a:ext>
            </a:extLst>
          </p:cNvPr>
          <p:cNvGrpSpPr/>
          <p:nvPr/>
        </p:nvGrpSpPr>
        <p:grpSpPr>
          <a:xfrm>
            <a:off x="1847850" y="2346640"/>
            <a:ext cx="4248150" cy="638043"/>
            <a:chOff x="1847850" y="1873112"/>
            <a:chExt cx="4248150" cy="638043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E40F2419-C1E3-787A-9DC6-0AA86CA48732}"/>
                </a:ext>
              </a:extLst>
            </p:cNvPr>
            <p:cNvSpPr txBox="1"/>
            <p:nvPr/>
          </p:nvSpPr>
          <p:spPr>
            <a:xfrm>
              <a:off x="4578130" y="2032960"/>
              <a:ext cx="114639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>
                  <a:solidFill>
                    <a:srgbClr val="665649"/>
                  </a:solidFill>
                </a:rPr>
                <a:t>Sessions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D7DD513-B572-7A80-61A6-D37D6BC9D6D3}"/>
                </a:ext>
              </a:extLst>
            </p:cNvPr>
            <p:cNvSpPr txBox="1"/>
            <p:nvPr/>
          </p:nvSpPr>
          <p:spPr>
            <a:xfrm>
              <a:off x="2120611" y="2020356"/>
              <a:ext cx="197831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rgbClr val="665649"/>
                  </a:solidFill>
                </a:rPr>
                <a:t>11:00 AM - 12:25 PM</a:t>
              </a: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C12007EA-C276-A664-E22E-A2F8830F0D18}"/>
                </a:ext>
              </a:extLst>
            </p:cNvPr>
            <p:cNvSpPr/>
            <p:nvPr/>
          </p:nvSpPr>
          <p:spPr>
            <a:xfrm>
              <a:off x="1847850" y="1873112"/>
              <a:ext cx="4248150" cy="638043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102C2FD-F005-3F54-3C5E-7F167D1C3979}"/>
                </a:ext>
              </a:extLst>
            </p:cNvPr>
            <p:cNvCxnSpPr>
              <a:cxnSpLocks/>
            </p:cNvCxnSpPr>
            <p:nvPr/>
          </p:nvCxnSpPr>
          <p:spPr>
            <a:xfrm>
              <a:off x="4251325" y="2011737"/>
              <a:ext cx="0" cy="381000"/>
            </a:xfrm>
            <a:prstGeom prst="line">
              <a:avLst/>
            </a:prstGeom>
            <a:ln w="19050">
              <a:solidFill>
                <a:srgbClr val="DDD7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4BAA2EEB-B722-E688-9712-15DCB0FD4E64}"/>
              </a:ext>
            </a:extLst>
          </p:cNvPr>
          <p:cNvGrpSpPr/>
          <p:nvPr/>
        </p:nvGrpSpPr>
        <p:grpSpPr>
          <a:xfrm>
            <a:off x="6248400" y="2356743"/>
            <a:ext cx="4248150" cy="638043"/>
            <a:chOff x="1847850" y="1873112"/>
            <a:chExt cx="4248150" cy="63804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335DA24-D30A-7A76-3A1D-F898DE86DFF5}"/>
                </a:ext>
              </a:extLst>
            </p:cNvPr>
            <p:cNvSpPr txBox="1"/>
            <p:nvPr/>
          </p:nvSpPr>
          <p:spPr>
            <a:xfrm>
              <a:off x="4578130" y="2032960"/>
              <a:ext cx="114639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>
                  <a:solidFill>
                    <a:srgbClr val="665649"/>
                  </a:solidFill>
                </a:rPr>
                <a:t>Workshop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B3FD2E3-BC11-C106-A9DB-29D74B34E6F3}"/>
                </a:ext>
              </a:extLst>
            </p:cNvPr>
            <p:cNvSpPr txBox="1"/>
            <p:nvPr/>
          </p:nvSpPr>
          <p:spPr>
            <a:xfrm>
              <a:off x="2120611" y="2020356"/>
              <a:ext cx="197831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rgbClr val="665649"/>
                  </a:solidFill>
                </a:rPr>
                <a:t>11:00 AM - 12:30 PM</a:t>
              </a: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78300F69-744F-9D42-4191-84FC8637A915}"/>
                </a:ext>
              </a:extLst>
            </p:cNvPr>
            <p:cNvSpPr/>
            <p:nvPr/>
          </p:nvSpPr>
          <p:spPr>
            <a:xfrm>
              <a:off x="1847850" y="1873112"/>
              <a:ext cx="4248150" cy="638043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1E917F4-549E-B77D-4EB9-27EB76DCFEBD}"/>
                </a:ext>
              </a:extLst>
            </p:cNvPr>
            <p:cNvCxnSpPr>
              <a:cxnSpLocks/>
            </p:cNvCxnSpPr>
            <p:nvPr/>
          </p:nvCxnSpPr>
          <p:spPr>
            <a:xfrm>
              <a:off x="4251325" y="2011737"/>
              <a:ext cx="0" cy="381000"/>
            </a:xfrm>
            <a:prstGeom prst="line">
              <a:avLst/>
            </a:prstGeom>
            <a:ln w="19050">
              <a:solidFill>
                <a:srgbClr val="DDD7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AF4BF85-9525-07AE-9EDD-1BC15259848D}"/>
              </a:ext>
            </a:extLst>
          </p:cNvPr>
          <p:cNvCxnSpPr>
            <a:cxnSpLocks/>
          </p:cNvCxnSpPr>
          <p:nvPr/>
        </p:nvCxnSpPr>
        <p:spPr>
          <a:xfrm>
            <a:off x="6168231" y="3233818"/>
            <a:ext cx="0" cy="261948"/>
          </a:xfrm>
          <a:prstGeom prst="line">
            <a:avLst/>
          </a:prstGeom>
          <a:ln w="19050">
            <a:solidFill>
              <a:srgbClr val="DDD7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39D2FB5-24BA-C777-1AED-FCDE72ED2D3C}"/>
              </a:ext>
            </a:extLst>
          </p:cNvPr>
          <p:cNvGrpSpPr/>
          <p:nvPr/>
        </p:nvGrpSpPr>
        <p:grpSpPr>
          <a:xfrm>
            <a:off x="2718450" y="3154634"/>
            <a:ext cx="6622623" cy="420316"/>
            <a:chOff x="2718450" y="177943"/>
            <a:chExt cx="6622623" cy="420316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A930DDA-471F-97FE-7582-8C9B870ECDFC}"/>
                </a:ext>
              </a:extLst>
            </p:cNvPr>
            <p:cNvSpPr txBox="1"/>
            <p:nvPr/>
          </p:nvSpPr>
          <p:spPr>
            <a:xfrm>
              <a:off x="5576309" y="220244"/>
              <a:ext cx="3502521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665649"/>
                  </a:solidFill>
                </a:rPr>
                <a:t>Lunch Break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8F9409D-E35D-D1C7-736F-7ED87615B61B}"/>
                </a:ext>
              </a:extLst>
            </p:cNvPr>
            <p:cNvSpPr txBox="1"/>
            <p:nvPr/>
          </p:nvSpPr>
          <p:spPr>
            <a:xfrm>
              <a:off x="3895947" y="220244"/>
              <a:ext cx="222494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rgbClr val="665649"/>
                  </a:solidFill>
                </a:rPr>
                <a:t>12:30 PM - 01:30 PM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1B97ADD7-7B60-7C2E-3AAF-1738AC006A38}"/>
                </a:ext>
              </a:extLst>
            </p:cNvPr>
            <p:cNvSpPr/>
            <p:nvPr/>
          </p:nvSpPr>
          <p:spPr>
            <a:xfrm>
              <a:off x="2718450" y="177943"/>
              <a:ext cx="6622623" cy="420316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B86FA797-60F0-1C73-D586-05F8A4106A4D}"/>
              </a:ext>
            </a:extLst>
          </p:cNvPr>
          <p:cNvGrpSpPr/>
          <p:nvPr/>
        </p:nvGrpSpPr>
        <p:grpSpPr>
          <a:xfrm>
            <a:off x="1847850" y="3749436"/>
            <a:ext cx="4248150" cy="638043"/>
            <a:chOff x="1847850" y="1873112"/>
            <a:chExt cx="4248150" cy="638043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361761EB-E6D2-05EA-92B2-29AC4BFED1A0}"/>
                </a:ext>
              </a:extLst>
            </p:cNvPr>
            <p:cNvSpPr txBox="1"/>
            <p:nvPr/>
          </p:nvSpPr>
          <p:spPr>
            <a:xfrm>
              <a:off x="4578130" y="2032960"/>
              <a:ext cx="114639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>
                  <a:solidFill>
                    <a:srgbClr val="665649"/>
                  </a:solidFill>
                </a:rPr>
                <a:t>Sessions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F0BC1F13-FA2F-2B97-B105-4227B9B5767A}"/>
                </a:ext>
              </a:extLst>
            </p:cNvPr>
            <p:cNvSpPr txBox="1"/>
            <p:nvPr/>
          </p:nvSpPr>
          <p:spPr>
            <a:xfrm>
              <a:off x="2120611" y="2020356"/>
              <a:ext cx="197831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rgbClr val="665649"/>
                  </a:solidFill>
                </a:rPr>
                <a:t>01:30 PM - 03:00 PM</a:t>
              </a:r>
            </a:p>
          </p:txBody>
        </p:sp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D5EEE7E9-00ED-8CD0-0E89-024FE55989BC}"/>
                </a:ext>
              </a:extLst>
            </p:cNvPr>
            <p:cNvSpPr/>
            <p:nvPr/>
          </p:nvSpPr>
          <p:spPr>
            <a:xfrm>
              <a:off x="1847850" y="1873112"/>
              <a:ext cx="4248150" cy="638043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C2FDFADA-222A-6E12-22BF-B8F67B197C02}"/>
                </a:ext>
              </a:extLst>
            </p:cNvPr>
            <p:cNvCxnSpPr>
              <a:cxnSpLocks/>
            </p:cNvCxnSpPr>
            <p:nvPr/>
          </p:nvCxnSpPr>
          <p:spPr>
            <a:xfrm>
              <a:off x="4251325" y="2011737"/>
              <a:ext cx="0" cy="381000"/>
            </a:xfrm>
            <a:prstGeom prst="line">
              <a:avLst/>
            </a:prstGeom>
            <a:ln w="19050">
              <a:solidFill>
                <a:srgbClr val="DDD7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C2629D0-CE5C-D9BD-C320-EDE6BD3F0724}"/>
              </a:ext>
            </a:extLst>
          </p:cNvPr>
          <p:cNvGrpSpPr/>
          <p:nvPr/>
        </p:nvGrpSpPr>
        <p:grpSpPr>
          <a:xfrm>
            <a:off x="6248400" y="3759539"/>
            <a:ext cx="4248150" cy="638043"/>
            <a:chOff x="1847850" y="1873112"/>
            <a:chExt cx="4248150" cy="638043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ADB666D-3556-CBF3-56CF-E05178FFBF97}"/>
                </a:ext>
              </a:extLst>
            </p:cNvPr>
            <p:cNvSpPr txBox="1"/>
            <p:nvPr/>
          </p:nvSpPr>
          <p:spPr>
            <a:xfrm>
              <a:off x="4578130" y="2032960"/>
              <a:ext cx="114639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>
                  <a:solidFill>
                    <a:srgbClr val="665649"/>
                  </a:solidFill>
                </a:rPr>
                <a:t>Workshop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AE6E7E3-0313-D359-2BDC-4D36DCAB012E}"/>
                </a:ext>
              </a:extLst>
            </p:cNvPr>
            <p:cNvSpPr txBox="1"/>
            <p:nvPr/>
          </p:nvSpPr>
          <p:spPr>
            <a:xfrm>
              <a:off x="2120611" y="2020356"/>
              <a:ext cx="197831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rgbClr val="665649"/>
                  </a:solidFill>
                </a:rPr>
                <a:t>01:30 PM - 03:00 PM</a:t>
              </a:r>
            </a:p>
          </p:txBody>
        </p:sp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E6D445C7-A584-BA70-FCD3-ED34BCB26D71}"/>
                </a:ext>
              </a:extLst>
            </p:cNvPr>
            <p:cNvSpPr/>
            <p:nvPr/>
          </p:nvSpPr>
          <p:spPr>
            <a:xfrm>
              <a:off x="1847850" y="1873112"/>
              <a:ext cx="4248150" cy="638043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E5CE6A8E-03A9-D87B-F61E-E8F73EE5AD56}"/>
                </a:ext>
              </a:extLst>
            </p:cNvPr>
            <p:cNvCxnSpPr>
              <a:cxnSpLocks/>
            </p:cNvCxnSpPr>
            <p:nvPr/>
          </p:nvCxnSpPr>
          <p:spPr>
            <a:xfrm>
              <a:off x="4251325" y="2011737"/>
              <a:ext cx="0" cy="381000"/>
            </a:xfrm>
            <a:prstGeom prst="line">
              <a:avLst/>
            </a:prstGeom>
            <a:ln w="19050">
              <a:solidFill>
                <a:srgbClr val="DDD7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DAD76D3-E8FC-9A27-4BAA-26520A518BFC}"/>
              </a:ext>
            </a:extLst>
          </p:cNvPr>
          <p:cNvGrpSpPr/>
          <p:nvPr/>
        </p:nvGrpSpPr>
        <p:grpSpPr>
          <a:xfrm>
            <a:off x="2856919" y="4534723"/>
            <a:ext cx="6622623" cy="420316"/>
            <a:chOff x="2718450" y="177943"/>
            <a:chExt cx="6622623" cy="420316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A443ED7-AC5B-EF52-4FB3-46A2E0132661}"/>
                </a:ext>
              </a:extLst>
            </p:cNvPr>
            <p:cNvSpPr txBox="1"/>
            <p:nvPr/>
          </p:nvSpPr>
          <p:spPr>
            <a:xfrm>
              <a:off x="5576309" y="220244"/>
              <a:ext cx="3502521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665649"/>
                  </a:solidFill>
                </a:rPr>
                <a:t>Coffee Break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C5A69EF-F399-6469-ECDB-72181AE725A2}"/>
                </a:ext>
              </a:extLst>
            </p:cNvPr>
            <p:cNvSpPr txBox="1"/>
            <p:nvPr/>
          </p:nvSpPr>
          <p:spPr>
            <a:xfrm>
              <a:off x="3895947" y="220244"/>
              <a:ext cx="222494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rgbClr val="665649"/>
                  </a:solidFill>
                </a:rPr>
                <a:t>03:00 PM - 03:30 PM</a:t>
              </a:r>
            </a:p>
          </p:txBody>
        </p:sp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8E2575BC-675A-9CCB-FF88-A9556F375989}"/>
                </a:ext>
              </a:extLst>
            </p:cNvPr>
            <p:cNvSpPr/>
            <p:nvPr/>
          </p:nvSpPr>
          <p:spPr>
            <a:xfrm>
              <a:off x="2718450" y="177943"/>
              <a:ext cx="6622623" cy="420316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D223C5FF-6D1F-DCED-40A6-942BBF3D04C3}"/>
              </a:ext>
            </a:extLst>
          </p:cNvPr>
          <p:cNvGrpSpPr/>
          <p:nvPr/>
        </p:nvGrpSpPr>
        <p:grpSpPr>
          <a:xfrm>
            <a:off x="2856918" y="5102283"/>
            <a:ext cx="6622623" cy="420316"/>
            <a:chOff x="2718450" y="177943"/>
            <a:chExt cx="6622623" cy="420316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7289C3D-AFAF-2A73-744A-EEF9D52C7896}"/>
                </a:ext>
              </a:extLst>
            </p:cNvPr>
            <p:cNvSpPr txBox="1"/>
            <p:nvPr/>
          </p:nvSpPr>
          <p:spPr>
            <a:xfrm>
              <a:off x="5576309" y="220244"/>
              <a:ext cx="3502521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665649"/>
                  </a:solidFill>
                </a:rPr>
                <a:t>Session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9909DB66-F943-4703-C8B6-C96C49A06890}"/>
                </a:ext>
              </a:extLst>
            </p:cNvPr>
            <p:cNvSpPr txBox="1"/>
            <p:nvPr/>
          </p:nvSpPr>
          <p:spPr>
            <a:xfrm>
              <a:off x="3895947" y="220244"/>
              <a:ext cx="222494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rgbClr val="665649"/>
                  </a:solidFill>
                </a:rPr>
                <a:t>03:30 PM - 04:30 PM</a:t>
              </a:r>
            </a:p>
          </p:txBody>
        </p:sp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3F19A93C-2BCC-7AFF-CE1A-FF04A54A34C4}"/>
                </a:ext>
              </a:extLst>
            </p:cNvPr>
            <p:cNvSpPr/>
            <p:nvPr/>
          </p:nvSpPr>
          <p:spPr>
            <a:xfrm>
              <a:off x="2718450" y="177943"/>
              <a:ext cx="6622623" cy="420316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AF74F788-B12A-FFED-18F4-B3399FE30D10}"/>
              </a:ext>
            </a:extLst>
          </p:cNvPr>
          <p:cNvGrpSpPr/>
          <p:nvPr/>
        </p:nvGrpSpPr>
        <p:grpSpPr>
          <a:xfrm>
            <a:off x="2856917" y="5669843"/>
            <a:ext cx="6622623" cy="420316"/>
            <a:chOff x="2718450" y="177943"/>
            <a:chExt cx="6622623" cy="420316"/>
          </a:xfrm>
        </p:grpSpPr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25B2D37E-A2C6-5594-0495-92D030F39B6C}"/>
                </a:ext>
              </a:extLst>
            </p:cNvPr>
            <p:cNvSpPr txBox="1"/>
            <p:nvPr/>
          </p:nvSpPr>
          <p:spPr>
            <a:xfrm>
              <a:off x="5576309" y="220244"/>
              <a:ext cx="3502521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665649"/>
                  </a:solidFill>
                </a:rPr>
                <a:t>Closing Remarks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25C13A6-EC69-C1D7-D3FC-7C542BED80FA}"/>
                </a:ext>
              </a:extLst>
            </p:cNvPr>
            <p:cNvSpPr txBox="1"/>
            <p:nvPr/>
          </p:nvSpPr>
          <p:spPr>
            <a:xfrm>
              <a:off x="3895947" y="220244"/>
              <a:ext cx="222494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rgbClr val="665649"/>
                  </a:solidFill>
                </a:rPr>
                <a:t>04:30 PM - 05:00 PM</a:t>
              </a:r>
            </a:p>
          </p:txBody>
        </p: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D4C0B900-51FB-59D7-0F63-5486CE47306B}"/>
                </a:ext>
              </a:extLst>
            </p:cNvPr>
            <p:cNvSpPr/>
            <p:nvPr/>
          </p:nvSpPr>
          <p:spPr>
            <a:xfrm>
              <a:off x="2718450" y="177943"/>
              <a:ext cx="6622623" cy="420316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8618638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2907</TotalTime>
  <Words>153</Words>
  <Application>Microsoft Office PowerPoint</Application>
  <PresentationFormat>Widescreen</PresentationFormat>
  <Paragraphs>39</Paragraphs>
  <Slides>11</Slides>
  <Notes>1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Aptos</vt:lpstr>
      <vt:lpstr>Lufga</vt:lpstr>
      <vt:lpstr>Office Theme</vt:lpstr>
      <vt:lpstr>PowerPoint Presentation</vt:lpstr>
      <vt:lpstr>PowerPoint Presentation</vt:lpstr>
      <vt:lpstr>AgentCon around the world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Join the AI Conversation  on Discord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Stephen Simon</dc:creator>
  <cp:lastModifiedBy>Stephen Simon</cp:lastModifiedBy>
  <cp:revision>21</cp:revision>
  <dcterms:created xsi:type="dcterms:W3CDTF">2026-01-27T07:16:52Z</dcterms:created>
  <dcterms:modified xsi:type="dcterms:W3CDTF">2026-06-19T01:01:11Z</dcterms:modified>
</cp:coreProperties>
</file>