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5" r:id="rId2"/>
    <p:sldId id="274" r:id="rId3"/>
    <p:sldId id="270" r:id="rId4"/>
    <p:sldId id="271" r:id="rId5"/>
    <p:sldId id="264" r:id="rId6"/>
    <p:sldId id="266" r:id="rId7"/>
    <p:sldId id="267" r:id="rId8"/>
    <p:sldId id="261" r:id="rId9"/>
    <p:sldId id="269" r:id="rId10"/>
    <p:sldId id="272" r:id="rId11"/>
    <p:sldId id="275" r:id="rId12"/>
  </p:sldIdLst>
  <p:sldSz cx="12192000" cy="6858000"/>
  <p:notesSz cx="6858000" cy="9144000"/>
  <p:embeddedFontLst>
    <p:embeddedFont>
      <p:font typeface="Lufga" panose="00000500000000000000" pitchFamily="50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7C0"/>
    <a:srgbClr val="665649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87D1C-95F8-4EC2-A8BC-B964CB04ED1E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9F342-0359-4B02-A5FB-CCB8A82A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9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F342-0359-4B02-A5FB-CCB8A82A50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305EC-6B0E-C106-C7C3-C21594509DDC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0E74C-4634-6B5C-023D-FF24C77B4126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D85-C288-2E3B-B8F0-E43709F40D1A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42EE8-02CA-BF54-F281-8CE98999296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597CE-7346-4A80-7F21-5594BD0EB86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313B7-7F9E-C4CC-31A1-A85242BDF637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328CA-13D1-A7F5-8CCF-D31ECE645DA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A273F-BDB5-C307-5B3E-2EA49659763C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24AF0-1003-FBF1-4BAC-72C69EDE3BF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32194-D1D2-0AD9-4BDE-8AC9915A0E7B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BBFDA-E455-035E-CF34-558F979C54C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6F701-5E32-8CE8-4B18-BC1D01EF8622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D969B-DE54-11C0-1DF1-5CA7EEB63F66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4305-758C-24CA-515B-B32AA5793B1A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DFEA7-775B-5544-75BF-C7234CC9FA2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A4F31-C261-5E36-694B-22FCB49CE0F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3A543-B838-6D41-4BE1-5D34A14FAAFB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B65E1-973A-9BC6-2268-C05634B4E528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961B-98AF-2AB2-78FC-E30A230F1F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6DCED-9CC8-5B56-AB7E-804343D838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C74868-07D0-49A2-D226-F963BF1E8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1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0A538-0464-BFDC-A233-C6AB2023EA2A}"/>
              </a:ext>
            </a:extLst>
          </p:cNvPr>
          <p:cNvSpPr txBox="1">
            <a:spLocks/>
          </p:cNvSpPr>
          <p:nvPr/>
        </p:nvSpPr>
        <p:spPr>
          <a:xfrm>
            <a:off x="831850" y="2852171"/>
            <a:ext cx="10515600" cy="115365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665649"/>
                </a:solidFill>
                <a:latin typeface="Lufg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en-US" sz="8000" b="1" dirty="0"/>
              <a:t>Good Morning Rio!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FF7BB4-A9A8-7BAD-19A7-ECF9E5562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4" y="0"/>
            <a:ext cx="1217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95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1C3BC5-0DC8-187D-94DD-B005032CF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D9AA1D-334B-C817-3BED-1C272E49D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95500" y="2679700"/>
            <a:ext cx="8001000" cy="40005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EA81269-E670-2BDC-22B3-A21C0890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AgentCon around the world</a:t>
            </a:r>
          </a:p>
        </p:txBody>
      </p:sp>
    </p:spTree>
    <p:extLst>
      <p:ext uri="{BB962C8B-B14F-4D97-AF65-F5344CB8AC3E}">
        <p14:creationId xmlns:p14="http://schemas.microsoft.com/office/powerpoint/2010/main" val="311839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C88EF-3BD8-B30B-E40E-91DEF4D2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6D32E4-A60F-752D-2D97-EFDCE407B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33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AEF6-3E62-8850-70CE-E9779DB4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42510DE-8BA0-632B-805D-308908AD1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3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BD57-4663-2833-AFD8-3EE17045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A8A847-C8A4-343D-B57C-86C1086DE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65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68521A-17DE-28E4-C52D-DDEE0EA9B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56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8BBE18F1-C723-71C3-6132-AA35291C540D}"/>
              </a:ext>
            </a:extLst>
          </p:cNvPr>
          <p:cNvGrpSpPr/>
          <p:nvPr/>
        </p:nvGrpSpPr>
        <p:grpSpPr>
          <a:xfrm>
            <a:off x="2718450" y="794346"/>
            <a:ext cx="6622623" cy="420316"/>
            <a:chOff x="2718450" y="177943"/>
            <a:chExt cx="6622623" cy="42031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D84015-4ACC-A791-2264-0955650027B1}"/>
                </a:ext>
              </a:extLst>
            </p:cNvPr>
            <p:cNvSpPr txBox="1"/>
            <p:nvPr/>
          </p:nvSpPr>
          <p:spPr>
            <a:xfrm>
              <a:off x="5944121" y="231210"/>
              <a:ext cx="334961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Credentials + Welcome Coffee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998A68-6F0A-F096-0858-1AB58A30DF25}"/>
                </a:ext>
              </a:extLst>
            </p:cNvPr>
            <p:cNvSpPr txBox="1"/>
            <p:nvPr/>
          </p:nvSpPr>
          <p:spPr>
            <a:xfrm>
              <a:off x="3380646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09:00 AM – 10:00 AM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7CB71FD-24DA-496C-B111-5A4CFAB0AEE5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14C35D5-9A9F-0B57-C1B1-15B14CF3D196}"/>
              </a:ext>
            </a:extLst>
          </p:cNvPr>
          <p:cNvGrpSpPr/>
          <p:nvPr/>
        </p:nvGrpSpPr>
        <p:grpSpPr>
          <a:xfrm>
            <a:off x="2731703" y="1333690"/>
            <a:ext cx="6622623" cy="860816"/>
            <a:chOff x="2718450" y="177943"/>
            <a:chExt cx="6622623" cy="860816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7D1A5CA-A577-C1DB-E54E-B87DC1B4FE69}"/>
                </a:ext>
              </a:extLst>
            </p:cNvPr>
            <p:cNvSpPr txBox="1"/>
            <p:nvPr/>
          </p:nvSpPr>
          <p:spPr>
            <a:xfrm>
              <a:off x="5867837" y="230510"/>
              <a:ext cx="319774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Keynote: Henk Boelman</a:t>
              </a:r>
            </a:p>
            <a:p>
              <a:pPr algn="ctr"/>
              <a:r>
                <a:rPr lang="en-US" sz="1400" dirty="0">
                  <a:solidFill>
                    <a:srgbClr val="665649"/>
                  </a:solidFill>
                </a:rPr>
                <a:t>Agents of Tomorrow: Building the Next Generation of Intelligence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24DBF12-43B6-3E15-5D1F-D5B34C6663F6}"/>
                </a:ext>
              </a:extLst>
            </p:cNvPr>
            <p:cNvSpPr txBox="1"/>
            <p:nvPr/>
          </p:nvSpPr>
          <p:spPr>
            <a:xfrm>
              <a:off x="3367393" y="440045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10:00 AM - 10:50 AM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A96C2C39-80F3-B5A3-1D0B-28283EDE17DF}"/>
                </a:ext>
              </a:extLst>
            </p:cNvPr>
            <p:cNvSpPr/>
            <p:nvPr/>
          </p:nvSpPr>
          <p:spPr>
            <a:xfrm>
              <a:off x="2718450" y="177943"/>
              <a:ext cx="6622623" cy="8608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A97F44-5B10-20F3-F2CE-BF00347C96A0}"/>
              </a:ext>
            </a:extLst>
          </p:cNvPr>
          <p:cNvGrpSpPr/>
          <p:nvPr/>
        </p:nvGrpSpPr>
        <p:grpSpPr>
          <a:xfrm>
            <a:off x="1847850" y="2346640"/>
            <a:ext cx="4248150" cy="638043"/>
            <a:chOff x="1847850" y="1873112"/>
            <a:chExt cx="4248150" cy="63804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40F2419-C1E3-787A-9DC6-0AA86CA48732}"/>
                </a:ext>
              </a:extLst>
            </p:cNvPr>
            <p:cNvSpPr txBox="1"/>
            <p:nvPr/>
          </p:nvSpPr>
          <p:spPr>
            <a:xfrm>
              <a:off x="4578130" y="2032960"/>
              <a:ext cx="11463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665649"/>
                  </a:solidFill>
                </a:rPr>
                <a:t>Sessions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7DD513-B572-7A80-61A6-D37D6BC9D6D3}"/>
                </a:ext>
              </a:extLst>
            </p:cNvPr>
            <p:cNvSpPr txBox="1"/>
            <p:nvPr/>
          </p:nvSpPr>
          <p:spPr>
            <a:xfrm>
              <a:off x="2120611" y="2020356"/>
              <a:ext cx="19783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11:00 AM - 12:25 PM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12007EA-C276-A664-E22E-A2F8830F0D18}"/>
                </a:ext>
              </a:extLst>
            </p:cNvPr>
            <p:cNvSpPr/>
            <p:nvPr/>
          </p:nvSpPr>
          <p:spPr>
            <a:xfrm>
              <a:off x="1847850" y="1873112"/>
              <a:ext cx="4248150" cy="638043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102C2FD-F005-3F54-3C5E-7F167D1C3979}"/>
                </a:ext>
              </a:extLst>
            </p:cNvPr>
            <p:cNvCxnSpPr>
              <a:cxnSpLocks/>
            </p:cNvCxnSpPr>
            <p:nvPr/>
          </p:nvCxnSpPr>
          <p:spPr>
            <a:xfrm>
              <a:off x="4251325" y="2011737"/>
              <a:ext cx="0" cy="381000"/>
            </a:xfrm>
            <a:prstGeom prst="line">
              <a:avLst/>
            </a:prstGeom>
            <a:ln w="19050">
              <a:solidFill>
                <a:srgbClr val="DDD7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AA2EEB-B722-E688-9712-15DCB0FD4E64}"/>
              </a:ext>
            </a:extLst>
          </p:cNvPr>
          <p:cNvGrpSpPr/>
          <p:nvPr/>
        </p:nvGrpSpPr>
        <p:grpSpPr>
          <a:xfrm>
            <a:off x="6248400" y="2356743"/>
            <a:ext cx="4248150" cy="638043"/>
            <a:chOff x="1847850" y="1873112"/>
            <a:chExt cx="4248150" cy="63804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335DA24-D30A-7A76-3A1D-F898DE86DFF5}"/>
                </a:ext>
              </a:extLst>
            </p:cNvPr>
            <p:cNvSpPr txBox="1"/>
            <p:nvPr/>
          </p:nvSpPr>
          <p:spPr>
            <a:xfrm>
              <a:off x="4578130" y="2032960"/>
              <a:ext cx="11463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665649"/>
                  </a:solidFill>
                </a:rPr>
                <a:t>Workshop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3FD2E3-BC11-C106-A9DB-29D74B34E6F3}"/>
                </a:ext>
              </a:extLst>
            </p:cNvPr>
            <p:cNvSpPr txBox="1"/>
            <p:nvPr/>
          </p:nvSpPr>
          <p:spPr>
            <a:xfrm>
              <a:off x="2120611" y="2020356"/>
              <a:ext cx="19783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11:00 AM - 12:30 PM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78300F69-744F-9D42-4191-84FC8637A915}"/>
                </a:ext>
              </a:extLst>
            </p:cNvPr>
            <p:cNvSpPr/>
            <p:nvPr/>
          </p:nvSpPr>
          <p:spPr>
            <a:xfrm>
              <a:off x="1847850" y="1873112"/>
              <a:ext cx="4248150" cy="638043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1E917F4-549E-B77D-4EB9-27EB76DCFEBD}"/>
                </a:ext>
              </a:extLst>
            </p:cNvPr>
            <p:cNvCxnSpPr>
              <a:cxnSpLocks/>
            </p:cNvCxnSpPr>
            <p:nvPr/>
          </p:nvCxnSpPr>
          <p:spPr>
            <a:xfrm>
              <a:off x="4251325" y="2011737"/>
              <a:ext cx="0" cy="381000"/>
            </a:xfrm>
            <a:prstGeom prst="line">
              <a:avLst/>
            </a:prstGeom>
            <a:ln w="19050">
              <a:solidFill>
                <a:srgbClr val="DDD7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AF4BF85-9525-07AE-9EDD-1BC15259848D}"/>
              </a:ext>
            </a:extLst>
          </p:cNvPr>
          <p:cNvCxnSpPr>
            <a:cxnSpLocks/>
          </p:cNvCxnSpPr>
          <p:nvPr/>
        </p:nvCxnSpPr>
        <p:spPr>
          <a:xfrm>
            <a:off x="6168231" y="3233818"/>
            <a:ext cx="0" cy="261948"/>
          </a:xfrm>
          <a:prstGeom prst="line">
            <a:avLst/>
          </a:prstGeom>
          <a:ln w="19050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9D2FB5-24BA-C777-1AED-FCDE72ED2D3C}"/>
              </a:ext>
            </a:extLst>
          </p:cNvPr>
          <p:cNvGrpSpPr/>
          <p:nvPr/>
        </p:nvGrpSpPr>
        <p:grpSpPr>
          <a:xfrm>
            <a:off x="2718450" y="3154634"/>
            <a:ext cx="6622623" cy="420316"/>
            <a:chOff x="2718450" y="177943"/>
            <a:chExt cx="6622623" cy="42031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930DDA-471F-97FE-7582-8C9B870ECDFC}"/>
                </a:ext>
              </a:extLst>
            </p:cNvPr>
            <p:cNvSpPr txBox="1"/>
            <p:nvPr/>
          </p:nvSpPr>
          <p:spPr>
            <a:xfrm>
              <a:off x="5576309" y="220244"/>
              <a:ext cx="35025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Lunch Break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8F9409D-E35D-D1C7-736F-7ED87615B61B}"/>
                </a:ext>
              </a:extLst>
            </p:cNvPr>
            <p:cNvSpPr txBox="1"/>
            <p:nvPr/>
          </p:nvSpPr>
          <p:spPr>
            <a:xfrm>
              <a:off x="3895947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12:30 PM - 01:30 PM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B97ADD7-7B60-7C2E-3AAF-1738AC006A38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86FA797-60F0-1C73-D586-05F8A4106A4D}"/>
              </a:ext>
            </a:extLst>
          </p:cNvPr>
          <p:cNvGrpSpPr/>
          <p:nvPr/>
        </p:nvGrpSpPr>
        <p:grpSpPr>
          <a:xfrm>
            <a:off x="1847850" y="3749436"/>
            <a:ext cx="4248150" cy="638043"/>
            <a:chOff x="1847850" y="1873112"/>
            <a:chExt cx="4248150" cy="63804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61761EB-E6D2-05EA-92B2-29AC4BFED1A0}"/>
                </a:ext>
              </a:extLst>
            </p:cNvPr>
            <p:cNvSpPr txBox="1"/>
            <p:nvPr/>
          </p:nvSpPr>
          <p:spPr>
            <a:xfrm>
              <a:off x="4578130" y="2032960"/>
              <a:ext cx="11463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665649"/>
                  </a:solidFill>
                </a:rPr>
                <a:t>Sessions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0BC1F13-FA2F-2B97-B105-4227B9B5767A}"/>
                </a:ext>
              </a:extLst>
            </p:cNvPr>
            <p:cNvSpPr txBox="1"/>
            <p:nvPr/>
          </p:nvSpPr>
          <p:spPr>
            <a:xfrm>
              <a:off x="2120611" y="2020356"/>
              <a:ext cx="19783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01:30 PM - 03:00 PM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5EEE7E9-00ED-8CD0-0E89-024FE55989BC}"/>
                </a:ext>
              </a:extLst>
            </p:cNvPr>
            <p:cNvSpPr/>
            <p:nvPr/>
          </p:nvSpPr>
          <p:spPr>
            <a:xfrm>
              <a:off x="1847850" y="1873112"/>
              <a:ext cx="4248150" cy="638043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2FDFADA-222A-6E12-22BF-B8F67B197C02}"/>
                </a:ext>
              </a:extLst>
            </p:cNvPr>
            <p:cNvCxnSpPr>
              <a:cxnSpLocks/>
            </p:cNvCxnSpPr>
            <p:nvPr/>
          </p:nvCxnSpPr>
          <p:spPr>
            <a:xfrm>
              <a:off x="4251325" y="2011737"/>
              <a:ext cx="0" cy="381000"/>
            </a:xfrm>
            <a:prstGeom prst="line">
              <a:avLst/>
            </a:prstGeom>
            <a:ln w="19050">
              <a:solidFill>
                <a:srgbClr val="DDD7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2629D0-CE5C-D9BD-C320-EDE6BD3F0724}"/>
              </a:ext>
            </a:extLst>
          </p:cNvPr>
          <p:cNvGrpSpPr/>
          <p:nvPr/>
        </p:nvGrpSpPr>
        <p:grpSpPr>
          <a:xfrm>
            <a:off x="6248400" y="3759539"/>
            <a:ext cx="4248150" cy="638043"/>
            <a:chOff x="1847850" y="1873112"/>
            <a:chExt cx="4248150" cy="63804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ADB666D-3556-CBF3-56CF-E05178FFBF97}"/>
                </a:ext>
              </a:extLst>
            </p:cNvPr>
            <p:cNvSpPr txBox="1"/>
            <p:nvPr/>
          </p:nvSpPr>
          <p:spPr>
            <a:xfrm>
              <a:off x="4578130" y="2032960"/>
              <a:ext cx="11463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665649"/>
                  </a:solidFill>
                </a:rPr>
                <a:t>Workshop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AE6E7E3-0313-D359-2BDC-4D36DCAB012E}"/>
                </a:ext>
              </a:extLst>
            </p:cNvPr>
            <p:cNvSpPr txBox="1"/>
            <p:nvPr/>
          </p:nvSpPr>
          <p:spPr>
            <a:xfrm>
              <a:off x="2120611" y="2020356"/>
              <a:ext cx="19783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01:30 PM - 03:00 PM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6D445C7-A584-BA70-FCD3-ED34BCB26D71}"/>
                </a:ext>
              </a:extLst>
            </p:cNvPr>
            <p:cNvSpPr/>
            <p:nvPr/>
          </p:nvSpPr>
          <p:spPr>
            <a:xfrm>
              <a:off x="1847850" y="1873112"/>
              <a:ext cx="4248150" cy="638043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5CE6A8E-03A9-D87B-F61E-E8F73EE5AD56}"/>
                </a:ext>
              </a:extLst>
            </p:cNvPr>
            <p:cNvCxnSpPr>
              <a:cxnSpLocks/>
            </p:cNvCxnSpPr>
            <p:nvPr/>
          </p:nvCxnSpPr>
          <p:spPr>
            <a:xfrm>
              <a:off x="4251325" y="2011737"/>
              <a:ext cx="0" cy="381000"/>
            </a:xfrm>
            <a:prstGeom prst="line">
              <a:avLst/>
            </a:prstGeom>
            <a:ln w="19050">
              <a:solidFill>
                <a:srgbClr val="DDD7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DAD76D3-E8FC-9A27-4BAA-26520A518BFC}"/>
              </a:ext>
            </a:extLst>
          </p:cNvPr>
          <p:cNvGrpSpPr/>
          <p:nvPr/>
        </p:nvGrpSpPr>
        <p:grpSpPr>
          <a:xfrm>
            <a:off x="2856919" y="4534723"/>
            <a:ext cx="6622623" cy="420316"/>
            <a:chOff x="2718450" y="177943"/>
            <a:chExt cx="6622623" cy="420316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A443ED7-AC5B-EF52-4FB3-46A2E0132661}"/>
                </a:ext>
              </a:extLst>
            </p:cNvPr>
            <p:cNvSpPr txBox="1"/>
            <p:nvPr/>
          </p:nvSpPr>
          <p:spPr>
            <a:xfrm>
              <a:off x="5576309" y="220244"/>
              <a:ext cx="35025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Coffee Break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C5A69EF-F399-6469-ECDB-72181AE725A2}"/>
                </a:ext>
              </a:extLst>
            </p:cNvPr>
            <p:cNvSpPr txBox="1"/>
            <p:nvPr/>
          </p:nvSpPr>
          <p:spPr>
            <a:xfrm>
              <a:off x="3895947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03:00 PM - 03:30 PM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E2575BC-675A-9CCB-FF88-A9556F375989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223C5FF-6D1F-DCED-40A6-942BBF3D04C3}"/>
              </a:ext>
            </a:extLst>
          </p:cNvPr>
          <p:cNvGrpSpPr/>
          <p:nvPr/>
        </p:nvGrpSpPr>
        <p:grpSpPr>
          <a:xfrm>
            <a:off x="2856918" y="5102283"/>
            <a:ext cx="6622623" cy="420316"/>
            <a:chOff x="2718450" y="177943"/>
            <a:chExt cx="6622623" cy="42031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7289C3D-AFAF-2A73-744A-EEF9D52C7896}"/>
                </a:ext>
              </a:extLst>
            </p:cNvPr>
            <p:cNvSpPr txBox="1"/>
            <p:nvPr/>
          </p:nvSpPr>
          <p:spPr>
            <a:xfrm>
              <a:off x="5576309" y="220244"/>
              <a:ext cx="35025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Session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909DB66-F943-4703-C8B6-C96C49A06890}"/>
                </a:ext>
              </a:extLst>
            </p:cNvPr>
            <p:cNvSpPr txBox="1"/>
            <p:nvPr/>
          </p:nvSpPr>
          <p:spPr>
            <a:xfrm>
              <a:off x="3895947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03:30 PM - 04:30 PM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3F19A93C-2BCC-7AFF-CE1A-FF04A54A34C4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F74F788-B12A-FFED-18F4-B3399FE30D10}"/>
              </a:ext>
            </a:extLst>
          </p:cNvPr>
          <p:cNvGrpSpPr/>
          <p:nvPr/>
        </p:nvGrpSpPr>
        <p:grpSpPr>
          <a:xfrm>
            <a:off x="2856917" y="5669843"/>
            <a:ext cx="6622623" cy="420316"/>
            <a:chOff x="2718450" y="177943"/>
            <a:chExt cx="6622623" cy="42031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B2D37E-A2C6-5594-0495-92D030F39B6C}"/>
                </a:ext>
              </a:extLst>
            </p:cNvPr>
            <p:cNvSpPr txBox="1"/>
            <p:nvPr/>
          </p:nvSpPr>
          <p:spPr>
            <a:xfrm>
              <a:off x="5576309" y="220244"/>
              <a:ext cx="35025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Closing Remarks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25C13A6-EC69-C1D7-D3FC-7C542BED80FA}"/>
                </a:ext>
              </a:extLst>
            </p:cNvPr>
            <p:cNvSpPr txBox="1"/>
            <p:nvPr/>
          </p:nvSpPr>
          <p:spPr>
            <a:xfrm>
              <a:off x="3895947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04:30 PM - 05:00 PM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4C0B900-51FB-59D7-0F63-5486CE47306B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61863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2BB3-7A24-2BE6-1458-13154A6B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9C82-99A8-E70D-DC1F-31522BF7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Join the AI Conversation </a:t>
            </a:r>
            <a:br>
              <a:rPr lang="en-US" b="1" dirty="0"/>
            </a:br>
            <a:r>
              <a:rPr lang="en-US" b="1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F5940F71-6DD7-8068-BDC0-0ED73CEEF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1957131"/>
            <a:ext cx="3302000" cy="3302000"/>
          </a:xfrm>
          <a:prstGeom prst="roundRect">
            <a:avLst>
              <a:gd name="adj" fmla="val 5932"/>
            </a:avLst>
          </a:prstGeom>
          <a:ln w="28575">
            <a:solidFill>
              <a:srgbClr val="DDD7C0"/>
            </a:solidFill>
          </a:ln>
          <a:effectLst>
            <a:outerShdw blurRad="63500" sx="102000" sy="102000" algn="ctr" rotWithShape="0">
              <a:schemeClr val="bg1">
                <a:lumMod val="50000"/>
                <a:alpha val="41000"/>
              </a:scheme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3F8971-DA18-B9F2-175C-607DC6973F58}"/>
              </a:ext>
            </a:extLst>
          </p:cNvPr>
          <p:cNvSpPr txBox="1"/>
          <p:nvPr/>
        </p:nvSpPr>
        <p:spPr>
          <a:xfrm>
            <a:off x="4713646" y="5664709"/>
            <a:ext cx="2764708" cy="52322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A56C32-D26C-36EC-E078-472A9F17DF5D}"/>
              </a:ext>
            </a:extLst>
          </p:cNvPr>
          <p:cNvSpPr/>
          <p:nvPr/>
        </p:nvSpPr>
        <p:spPr>
          <a:xfrm>
            <a:off x="4584700" y="5664709"/>
            <a:ext cx="3009900" cy="523220"/>
          </a:xfrm>
          <a:prstGeom prst="roundRect">
            <a:avLst/>
          </a:prstGeom>
          <a:noFill/>
          <a:ln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12698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42C3-0FAC-FD53-4AF4-BEC91FFE1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143B-68F6-0868-147D-76B03DF8CF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1CBB5-AFB4-38FF-BDF4-329AC021EC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43A929-0FCE-4CE5-BC49-02724250E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87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5703B-4FDB-1191-2F51-51CBC1FB5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F4F7-D177-DB13-54EC-F4B3B1C6BE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895B0-9532-C02E-8DC3-5DC79A1F23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AC4B2C-610D-7BBF-3C4C-12409B490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62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2890</TotalTime>
  <Words>100</Words>
  <Application>Microsoft Office PowerPoint</Application>
  <PresentationFormat>Widescreen</PresentationFormat>
  <Paragraphs>26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Lufga</vt:lpstr>
      <vt:lpstr>Arial</vt:lpstr>
      <vt:lpstr>Aptos</vt:lpstr>
      <vt:lpstr>Office Theme</vt:lpstr>
      <vt:lpstr>PowerPoint Presentation</vt:lpstr>
      <vt:lpstr>PowerPoint Presentation</vt:lpstr>
      <vt:lpstr>AgentCon around the world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Join the AI Conversation  on Discord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Stephen Simon</cp:lastModifiedBy>
  <cp:revision>19</cp:revision>
  <dcterms:created xsi:type="dcterms:W3CDTF">2026-01-27T07:16:52Z</dcterms:created>
  <dcterms:modified xsi:type="dcterms:W3CDTF">2026-06-14T18:10:31Z</dcterms:modified>
</cp:coreProperties>
</file>