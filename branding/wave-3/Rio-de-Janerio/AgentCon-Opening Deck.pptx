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274" r:id="rId3"/>
    <p:sldId id="270" r:id="rId4"/>
    <p:sldId id="271" r:id="rId5"/>
    <p:sldId id="264" r:id="rId6"/>
    <p:sldId id="266" r:id="rId7"/>
    <p:sldId id="267" r:id="rId8"/>
    <p:sldId id="261" r:id="rId9"/>
    <p:sldId id="269" r:id="rId10"/>
    <p:sldId id="272" r:id="rId11"/>
  </p:sldIdLst>
  <p:sldSz cx="12192000" cy="6858000"/>
  <p:notesSz cx="6858000" cy="9144000"/>
  <p:embeddedFontLst>
    <p:embeddedFont>
      <p:font typeface="Lufga" panose="00000500000000000000" pitchFamily="50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7C0"/>
    <a:srgbClr val="665649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E53E0-6726-4E5C-9F42-7EC232556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A538-0464-BFDC-A233-C6AB2023EA2A}"/>
              </a:ext>
            </a:extLst>
          </p:cNvPr>
          <p:cNvSpPr txBox="1">
            <a:spLocks/>
          </p:cNvSpPr>
          <p:nvPr/>
        </p:nvSpPr>
        <p:spPr>
          <a:xfrm>
            <a:off x="831850" y="2852171"/>
            <a:ext cx="10515600" cy="115365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65649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sz="8000" b="1" dirty="0"/>
              <a:t>Good Morning Rio!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F7BB4-A9A8-7BAD-19A7-ECF9E5562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9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2CBF4-3307-ABA3-9E15-E2E660460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09A900-4959-FD09-6748-9F36EDFB5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610504-EBF8-368B-3A5C-DA5A63FD5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97" y="13802"/>
            <a:ext cx="12195597" cy="686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3BE0D-2F92-18D0-5EDA-16D5B1357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794346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1" y="231210"/>
              <a:ext cx="33496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Credentials + Welcome Coffee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380646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09:00 AM – 10:00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1333690"/>
            <a:ext cx="6622623" cy="860816"/>
            <a:chOff x="2718450" y="177943"/>
            <a:chExt cx="6622623" cy="8608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867837" y="230510"/>
              <a:ext cx="31977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Henk Boelman</a:t>
              </a:r>
            </a:p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Agents of Tomorrow: Building the Next Generation of Intelligence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367393" y="440045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10:00 AM - 10:50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8608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A97F44-5B10-20F3-F2CE-BF00347C96A0}"/>
              </a:ext>
            </a:extLst>
          </p:cNvPr>
          <p:cNvGrpSpPr/>
          <p:nvPr/>
        </p:nvGrpSpPr>
        <p:grpSpPr>
          <a:xfrm>
            <a:off x="1847850" y="2346640"/>
            <a:ext cx="4248150" cy="638043"/>
            <a:chOff x="1847850" y="1873112"/>
            <a:chExt cx="4248150" cy="6380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0F2419-C1E3-787A-9DC6-0AA86CA48732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7DD513-B572-7A80-61A6-D37D6BC9D6D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- 12:25 PM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12007EA-C276-A664-E22E-A2F8830F0D18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02C2FD-F005-3F54-3C5E-7F167D1C3979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AA2EEB-B722-E688-9712-15DCB0FD4E64}"/>
              </a:ext>
            </a:extLst>
          </p:cNvPr>
          <p:cNvGrpSpPr/>
          <p:nvPr/>
        </p:nvGrpSpPr>
        <p:grpSpPr>
          <a:xfrm>
            <a:off x="6248400" y="2356743"/>
            <a:ext cx="4248150" cy="638043"/>
            <a:chOff x="1847850" y="1873112"/>
            <a:chExt cx="4248150" cy="6380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35DA24-D30A-7A76-3A1D-F898DE86DFF5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3FD2E3-BC11-C106-A9DB-29D74B34E6F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- 12:30 PM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8300F69-744F-9D42-4191-84FC8637A915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E917F4-549E-B77D-4EB9-27EB76DCFEBD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F4BF85-9525-07AE-9EDD-1BC15259848D}"/>
              </a:ext>
            </a:extLst>
          </p:cNvPr>
          <p:cNvCxnSpPr>
            <a:cxnSpLocks/>
          </p:cNvCxnSpPr>
          <p:nvPr/>
        </p:nvCxnSpPr>
        <p:spPr>
          <a:xfrm>
            <a:off x="6168231" y="3233818"/>
            <a:ext cx="0" cy="26194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9D2FB5-24BA-C777-1AED-FCDE72ED2D3C}"/>
              </a:ext>
            </a:extLst>
          </p:cNvPr>
          <p:cNvGrpSpPr/>
          <p:nvPr/>
        </p:nvGrpSpPr>
        <p:grpSpPr>
          <a:xfrm>
            <a:off x="2718450" y="3154634"/>
            <a:ext cx="6622623" cy="420316"/>
            <a:chOff x="2718450" y="177943"/>
            <a:chExt cx="6622623" cy="42031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930DDA-471F-97FE-7582-8C9B870ECDF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 Break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F9409D-E35D-D1C7-736F-7ED87615B61B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12:30 PM - 01:30 PM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B97ADD7-7B60-7C2E-3AAF-1738AC006A38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6FA797-60F0-1C73-D586-05F8A4106A4D}"/>
              </a:ext>
            </a:extLst>
          </p:cNvPr>
          <p:cNvGrpSpPr/>
          <p:nvPr/>
        </p:nvGrpSpPr>
        <p:grpSpPr>
          <a:xfrm>
            <a:off x="1847850" y="3749436"/>
            <a:ext cx="4248150" cy="638043"/>
            <a:chOff x="1847850" y="1873112"/>
            <a:chExt cx="4248150" cy="63804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1761EB-E6D2-05EA-92B2-29AC4BFED1A0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BC1F13-FA2F-2B97-B105-4227B9B5767A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5EEE7E9-00ED-8CD0-0E89-024FE55989BC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FDFADA-222A-6E12-22BF-B8F67B197C02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2629D0-CE5C-D9BD-C320-EDE6BD3F0724}"/>
              </a:ext>
            </a:extLst>
          </p:cNvPr>
          <p:cNvGrpSpPr/>
          <p:nvPr/>
        </p:nvGrpSpPr>
        <p:grpSpPr>
          <a:xfrm>
            <a:off x="6248400" y="3759539"/>
            <a:ext cx="4248150" cy="638043"/>
            <a:chOff x="1847850" y="1873112"/>
            <a:chExt cx="4248150" cy="6380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DB666D-3556-CBF3-56CF-E05178FFBF97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E6E7E3-0313-D359-2BDC-4D36DCAB012E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6D445C7-A584-BA70-FCD3-ED34BCB26D71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5CE6A8E-03A9-D87B-F61E-E8F73EE5AD56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AD76D3-E8FC-9A27-4BAA-26520A518BFC}"/>
              </a:ext>
            </a:extLst>
          </p:cNvPr>
          <p:cNvGrpSpPr/>
          <p:nvPr/>
        </p:nvGrpSpPr>
        <p:grpSpPr>
          <a:xfrm>
            <a:off x="2856919" y="4534723"/>
            <a:ext cx="6622623" cy="420316"/>
            <a:chOff x="2718450" y="177943"/>
            <a:chExt cx="6622623" cy="42031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443ED7-AC5B-EF52-4FB3-46A2E0132661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Coffee Break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5A69EF-F399-6469-ECDB-72181AE725A2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03:00 PM - 03:30 PM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E2575BC-675A-9CCB-FF88-A9556F375989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23C5FF-6D1F-DCED-40A6-942BBF3D04C3}"/>
              </a:ext>
            </a:extLst>
          </p:cNvPr>
          <p:cNvGrpSpPr/>
          <p:nvPr/>
        </p:nvGrpSpPr>
        <p:grpSpPr>
          <a:xfrm>
            <a:off x="2856918" y="5102283"/>
            <a:ext cx="6622623" cy="420316"/>
            <a:chOff x="2718450" y="177943"/>
            <a:chExt cx="6622623" cy="42031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289C3D-AFAF-2A73-744A-EEF9D52C7896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09DB66-F943-4703-C8B6-C96C49A06890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03:30 PM - 04:30 PM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F19A93C-2BCC-7AFF-CE1A-FF04A54A34C4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74F788-B12A-FFED-18F4-B3399FE30D10}"/>
              </a:ext>
            </a:extLst>
          </p:cNvPr>
          <p:cNvGrpSpPr/>
          <p:nvPr/>
        </p:nvGrpSpPr>
        <p:grpSpPr>
          <a:xfrm>
            <a:off x="2856917" y="5669843"/>
            <a:ext cx="6622623" cy="420316"/>
            <a:chOff x="2718450" y="177943"/>
            <a:chExt cx="6622623" cy="42031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B2D37E-A2C6-5594-0495-92D030F39B6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Closing Remarks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5C13A6-EC69-C1D7-D3FC-7C542BED80FA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04:30 PM - 05:00 PM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4C0B900-51FB-59D7-0F63-5486CE47306B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42C3-0FAC-FD53-4AF4-BEC91FFE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143B-68F6-0868-147D-76B03DF8C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1CBB5-AFB4-38FF-BDF4-329AC021E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3A929-0FCE-4CE5-BC49-02724250E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8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2817</TotalTime>
  <Words>100</Words>
  <Application>Microsoft Office PowerPoint</Application>
  <PresentationFormat>Widescreen</PresentationFormat>
  <Paragraphs>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Aptos</vt:lpstr>
      <vt:lpstr>Lufga</vt:lpstr>
      <vt:lpstr>Office Theme</vt:lpstr>
      <vt:lpstr>PowerPoint Presentation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18</cp:revision>
  <dcterms:created xsi:type="dcterms:W3CDTF">2026-01-27T07:16:52Z</dcterms:created>
  <dcterms:modified xsi:type="dcterms:W3CDTF">2026-06-13T01:40:09Z</dcterms:modified>
</cp:coreProperties>
</file>