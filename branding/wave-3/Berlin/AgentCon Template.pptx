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5" r:id="rId2"/>
    <p:sldId id="270" r:id="rId3"/>
    <p:sldId id="271" r:id="rId4"/>
    <p:sldId id="264" r:id="rId5"/>
    <p:sldId id="266" r:id="rId6"/>
    <p:sldId id="261" r:id="rId7"/>
    <p:sldId id="272" r:id="rId8"/>
    <p:sldId id="269" r:id="rId9"/>
    <p:sldId id="273" r:id="rId10"/>
  </p:sldIdLst>
  <p:sldSz cx="12192000" cy="6858000"/>
  <p:notesSz cx="6858000" cy="9144000"/>
  <p:embeddedFontLst>
    <p:embeddedFont>
      <p:font typeface="Lufga" panose="00000500000000000000" pitchFamily="50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99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87D1C-95F8-4EC2-A8BC-B964CB04ED1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9F342-0359-4B02-A5FB-CCB8A82A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9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F342-0359-4B02-A5FB-CCB8A82A50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305EC-6B0E-C106-C7C3-C21594509DDC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0E74C-4634-6B5C-023D-FF24C77B4126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D85-C288-2E3B-B8F0-E43709F40D1A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42EE8-02CA-BF54-F281-8CE98999296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597CE-7346-4A80-7F21-5594BD0EB86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313B7-7F9E-C4CC-31A1-A85242BDF637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328CA-13D1-A7F5-8CCF-D31ECE645DA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A273F-BDB5-C307-5B3E-2EA49659763C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24AF0-1003-FBF1-4BAC-72C69EDE3BF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32194-D1D2-0AD9-4BDE-8AC9915A0E7B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BBFDA-E455-035E-CF34-558F979C54C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6F701-5E32-8CE8-4B18-BC1D01EF8622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D969B-DE54-11C0-1DF1-5CA7EEB63F66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4305-758C-24CA-515B-B32AA5793B1A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DFEA7-775B-5544-75BF-C7234CC9FA2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A4F31-C261-5E36-694B-22FCB49CE0F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3A543-B838-6D41-4BE1-5D34A14FAAFB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B65E1-973A-9BC6-2268-C05634B4E528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961B-98AF-2AB2-78FC-E30A230F1F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6DCED-9CC8-5B56-AB7E-804343D838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666BA6-32CC-EB31-198E-AF6C34A16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1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1C3BC5-0DC8-187D-94DD-B005032CF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D9AA1D-334B-C817-3BED-1C272E49D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95500" y="2679700"/>
            <a:ext cx="8001000" cy="40005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EA81269-E670-2BDC-22B3-A21C0890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AgentCon around the world</a:t>
            </a:r>
          </a:p>
        </p:txBody>
      </p:sp>
    </p:spTree>
    <p:extLst>
      <p:ext uri="{BB962C8B-B14F-4D97-AF65-F5344CB8AC3E}">
        <p14:creationId xmlns:p14="http://schemas.microsoft.com/office/powerpoint/2010/main" val="311839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C88EF-3BD8-B30B-E40E-91DEF4D2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F20E91-BAA9-1E6E-12DF-BD96DEDD4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3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AEF6-3E62-8850-70CE-E9779DB4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3CBAED-B18D-FCA3-E834-4FF9995D8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BD57-4663-2833-AFD8-3EE17045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DD0B557-EBCF-B791-AD2C-FCDEE2036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124"/>
            <a:ext cx="12231330" cy="688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65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DAC2D87-E6FC-3367-E6CE-7D11CFBF964F}"/>
              </a:ext>
            </a:extLst>
          </p:cNvPr>
          <p:cNvSpPr/>
          <p:nvPr/>
        </p:nvSpPr>
        <p:spPr>
          <a:xfrm>
            <a:off x="3202580" y="2078147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A0D13E-3272-39E0-870B-D6FD8A9C9F44}"/>
              </a:ext>
            </a:extLst>
          </p:cNvPr>
          <p:cNvSpPr txBox="1"/>
          <p:nvPr/>
        </p:nvSpPr>
        <p:spPr>
          <a:xfrm>
            <a:off x="3089510" y="2220009"/>
            <a:ext cx="2197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TETRIS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E53AC7B-2C22-BA2F-77A9-7AE194AF404A}"/>
              </a:ext>
            </a:extLst>
          </p:cNvPr>
          <p:cNvSpPr/>
          <p:nvPr/>
        </p:nvSpPr>
        <p:spPr>
          <a:xfrm>
            <a:off x="6547891" y="2078147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E066BDA-C459-4A37-A195-072C16041B69}"/>
              </a:ext>
            </a:extLst>
          </p:cNvPr>
          <p:cNvSpPr/>
          <p:nvPr/>
        </p:nvSpPr>
        <p:spPr>
          <a:xfrm>
            <a:off x="2671116" y="2926774"/>
            <a:ext cx="3229622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B0BBD7-7E79-CB18-0718-3885852A1A07}"/>
              </a:ext>
            </a:extLst>
          </p:cNvPr>
          <p:cNvSpPr txBox="1"/>
          <p:nvPr/>
        </p:nvSpPr>
        <p:spPr>
          <a:xfrm>
            <a:off x="4815811" y="2967655"/>
            <a:ext cx="1179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8DDB4C-3BAA-412E-4AE9-A93C5FF7EB6E}"/>
              </a:ext>
            </a:extLst>
          </p:cNvPr>
          <p:cNvSpPr txBox="1"/>
          <p:nvPr/>
        </p:nvSpPr>
        <p:spPr>
          <a:xfrm>
            <a:off x="2546908" y="2979429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10:50 AM – 12:15 PM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EC75EEA-D14A-E38B-5293-F0144C999B6F}"/>
              </a:ext>
            </a:extLst>
          </p:cNvPr>
          <p:cNvSpPr/>
          <p:nvPr/>
        </p:nvSpPr>
        <p:spPr>
          <a:xfrm>
            <a:off x="2731703" y="1437606"/>
            <a:ext cx="6622623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TetRis</a:t>
            </a:r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B8B39C-98E6-20C2-2157-C1334BC57AC0}"/>
              </a:ext>
            </a:extLst>
          </p:cNvPr>
          <p:cNvSpPr txBox="1"/>
          <p:nvPr/>
        </p:nvSpPr>
        <p:spPr>
          <a:xfrm>
            <a:off x="6280097" y="1490261"/>
            <a:ext cx="15371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Coffee Break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0C1239-246F-DE16-87D0-145A8C131517}"/>
              </a:ext>
            </a:extLst>
          </p:cNvPr>
          <p:cNvSpPr txBox="1"/>
          <p:nvPr/>
        </p:nvSpPr>
        <p:spPr>
          <a:xfrm>
            <a:off x="4023324" y="1490261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10:35 - 10:50PM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DFEF549F-FB49-3E47-F202-998B26D7A333}"/>
              </a:ext>
            </a:extLst>
          </p:cNvPr>
          <p:cNvSpPr/>
          <p:nvPr/>
        </p:nvSpPr>
        <p:spPr>
          <a:xfrm>
            <a:off x="2660702" y="6232558"/>
            <a:ext cx="6680371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6CA0C1-E9AD-349E-0B84-5DD329EFBCFB}"/>
              </a:ext>
            </a:extLst>
          </p:cNvPr>
          <p:cNvSpPr txBox="1"/>
          <p:nvPr/>
        </p:nvSpPr>
        <p:spPr>
          <a:xfrm>
            <a:off x="5127290" y="6296141"/>
            <a:ext cx="42853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Networking, Raffles at Level Six Rooftop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A9BB1C-E269-8576-876E-853400C1B8AD}"/>
              </a:ext>
            </a:extLst>
          </p:cNvPr>
          <p:cNvSpPr txBox="1"/>
          <p:nvPr/>
        </p:nvSpPr>
        <p:spPr>
          <a:xfrm>
            <a:off x="2921746" y="6296141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05:15 PM – 06:00 PM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9F617-720D-489D-3171-4087820E8909}"/>
              </a:ext>
            </a:extLst>
          </p:cNvPr>
          <p:cNvSpPr txBox="1"/>
          <p:nvPr/>
        </p:nvSpPr>
        <p:spPr>
          <a:xfrm>
            <a:off x="6495772" y="2237029"/>
            <a:ext cx="2197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DARKMATTER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81A0C2D-5410-5124-F5A1-43C23FCAA252}"/>
              </a:ext>
            </a:extLst>
          </p:cNvPr>
          <p:cNvSpPr/>
          <p:nvPr/>
        </p:nvSpPr>
        <p:spPr>
          <a:xfrm>
            <a:off x="6095999" y="2926774"/>
            <a:ext cx="3197740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60FC8C-CC27-3AAF-2DBB-3EDE83750C5D}"/>
              </a:ext>
            </a:extLst>
          </p:cNvPr>
          <p:cNvSpPr txBox="1"/>
          <p:nvPr/>
        </p:nvSpPr>
        <p:spPr>
          <a:xfrm>
            <a:off x="7962900" y="2975671"/>
            <a:ext cx="1338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62D0A7-EE2E-57E4-9990-0571A0F56E35}"/>
              </a:ext>
            </a:extLst>
          </p:cNvPr>
          <p:cNvSpPr txBox="1"/>
          <p:nvPr/>
        </p:nvSpPr>
        <p:spPr>
          <a:xfrm>
            <a:off x="5791217" y="2972927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10:50 AM – 12:10 PM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B9BD0C3-8B2D-6D65-2B16-1500787FB2D3}"/>
              </a:ext>
            </a:extLst>
          </p:cNvPr>
          <p:cNvGrpSpPr/>
          <p:nvPr/>
        </p:nvGrpSpPr>
        <p:grpSpPr>
          <a:xfrm>
            <a:off x="2546908" y="4590347"/>
            <a:ext cx="6783750" cy="420316"/>
            <a:chOff x="2546908" y="4435628"/>
            <a:chExt cx="6783750" cy="420316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30C66C0-0D44-6967-84C8-D6840A36E4A3}"/>
                </a:ext>
              </a:extLst>
            </p:cNvPr>
            <p:cNvSpPr/>
            <p:nvPr/>
          </p:nvSpPr>
          <p:spPr>
            <a:xfrm>
              <a:off x="2667166" y="4435628"/>
              <a:ext cx="3276956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74D04D2-C934-3299-07F7-75A896CCAFF3}"/>
                </a:ext>
              </a:extLst>
            </p:cNvPr>
            <p:cNvSpPr txBox="1"/>
            <p:nvPr/>
          </p:nvSpPr>
          <p:spPr>
            <a:xfrm>
              <a:off x="4764253" y="4484062"/>
              <a:ext cx="11798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Sessions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582A9E4-C6F3-2706-FCE9-093BCCA9515C}"/>
                </a:ext>
              </a:extLst>
            </p:cNvPr>
            <p:cNvSpPr txBox="1"/>
            <p:nvPr/>
          </p:nvSpPr>
          <p:spPr>
            <a:xfrm>
              <a:off x="2546908" y="4495836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01:55 PM – 02:50 PM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2349273-10A2-C0AF-567B-837BC6EA7299}"/>
                </a:ext>
              </a:extLst>
            </p:cNvPr>
            <p:cNvSpPr/>
            <p:nvPr/>
          </p:nvSpPr>
          <p:spPr>
            <a:xfrm>
              <a:off x="6107708" y="4435628"/>
              <a:ext cx="3222949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0F151D8-3A03-AFF6-D6ED-9AA8B8D9BB3D}"/>
                </a:ext>
              </a:extLst>
            </p:cNvPr>
            <p:cNvSpPr txBox="1"/>
            <p:nvPr/>
          </p:nvSpPr>
          <p:spPr>
            <a:xfrm>
              <a:off x="7977617" y="4485725"/>
              <a:ext cx="135304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Sessions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B2599A-1C4E-1B94-BA68-8C30CE2F617B}"/>
                </a:ext>
              </a:extLst>
            </p:cNvPr>
            <p:cNvSpPr txBox="1"/>
            <p:nvPr/>
          </p:nvSpPr>
          <p:spPr>
            <a:xfrm>
              <a:off x="5900738" y="4485725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01:55 PM – 02:55 PM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0CBB5CF-3E4D-EE5A-BF88-42AAF5EB88CF}"/>
              </a:ext>
            </a:extLst>
          </p:cNvPr>
          <p:cNvGrpSpPr/>
          <p:nvPr/>
        </p:nvGrpSpPr>
        <p:grpSpPr>
          <a:xfrm>
            <a:off x="2660702" y="3478206"/>
            <a:ext cx="6669957" cy="420316"/>
            <a:chOff x="2660702" y="4386241"/>
            <a:chExt cx="6669957" cy="420316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EEC8FD4D-FD2A-4D2E-41C7-A45A90484B70}"/>
                </a:ext>
              </a:extLst>
            </p:cNvPr>
            <p:cNvSpPr/>
            <p:nvPr/>
          </p:nvSpPr>
          <p:spPr>
            <a:xfrm>
              <a:off x="2660702" y="4386241"/>
              <a:ext cx="6669957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3F25E58-7C1C-9849-9D9F-66BDCF464F7E}"/>
                </a:ext>
              </a:extLst>
            </p:cNvPr>
            <p:cNvSpPr txBox="1"/>
            <p:nvPr/>
          </p:nvSpPr>
          <p:spPr>
            <a:xfrm>
              <a:off x="6256430" y="4441553"/>
              <a:ext cx="144222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Lunch Break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140DC95-09FB-3380-D98D-F6C4DDC452DA}"/>
                </a:ext>
              </a:extLst>
            </p:cNvPr>
            <p:cNvSpPr txBox="1"/>
            <p:nvPr/>
          </p:nvSpPr>
          <p:spPr>
            <a:xfrm>
              <a:off x="3999657" y="4441553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12:15 PM – 01:00 PM</a:t>
              </a:r>
            </a:p>
          </p:txBody>
        </p:sp>
      </p:grp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DD91C6B7-AEE6-ED58-1AE0-8E600258141D}"/>
              </a:ext>
            </a:extLst>
          </p:cNvPr>
          <p:cNvCxnSpPr>
            <a:stCxn id="63" idx="2"/>
            <a:endCxn id="23" idx="0"/>
          </p:cNvCxnSpPr>
          <p:nvPr/>
        </p:nvCxnSpPr>
        <p:spPr>
          <a:xfrm rot="5400000">
            <a:off x="5033796" y="1068927"/>
            <a:ext cx="220225" cy="1798215"/>
          </a:xfrm>
          <a:prstGeom prst="curvedConnector3">
            <a:avLst/>
          </a:prstGeom>
          <a:ln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D853ADC4-88C2-951A-0E3C-E483857F38A0}"/>
              </a:ext>
            </a:extLst>
          </p:cNvPr>
          <p:cNvCxnSpPr>
            <a:stCxn id="63" idx="2"/>
            <a:endCxn id="38" idx="0"/>
          </p:cNvCxnSpPr>
          <p:nvPr/>
        </p:nvCxnSpPr>
        <p:spPr>
          <a:xfrm rot="16200000" flipH="1">
            <a:off x="6706451" y="1194486"/>
            <a:ext cx="220225" cy="1547096"/>
          </a:xfrm>
          <a:prstGeom prst="curvedConnector3">
            <a:avLst/>
          </a:prstGeom>
          <a:ln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22BE293-0E55-4466-3D86-3ABEC24887B3}"/>
              </a:ext>
            </a:extLst>
          </p:cNvPr>
          <p:cNvGrpSpPr/>
          <p:nvPr/>
        </p:nvGrpSpPr>
        <p:grpSpPr>
          <a:xfrm>
            <a:off x="2684369" y="4034320"/>
            <a:ext cx="6669957" cy="420316"/>
            <a:chOff x="2684369" y="3853345"/>
            <a:chExt cx="6669957" cy="420316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A18D2475-4FE8-663B-1CF0-3EB1CA4D19DA}"/>
                </a:ext>
              </a:extLst>
            </p:cNvPr>
            <p:cNvSpPr/>
            <p:nvPr/>
          </p:nvSpPr>
          <p:spPr>
            <a:xfrm>
              <a:off x="2684369" y="3853345"/>
              <a:ext cx="6669957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0CE0617-1221-2FE8-1DCC-AD77728A73D3}"/>
                </a:ext>
              </a:extLst>
            </p:cNvPr>
            <p:cNvSpPr txBox="1"/>
            <p:nvPr/>
          </p:nvSpPr>
          <p:spPr>
            <a:xfrm>
              <a:off x="6043014" y="3908657"/>
              <a:ext cx="251485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Keynote: Michael Hunger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CD9C9DC-0297-4A3C-33F3-5E76C13F5F3C}"/>
                </a:ext>
              </a:extLst>
            </p:cNvPr>
            <p:cNvSpPr txBox="1"/>
            <p:nvPr/>
          </p:nvSpPr>
          <p:spPr>
            <a:xfrm>
              <a:off x="3212116" y="3908657"/>
              <a:ext cx="289559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12:15 PM – 01:00 PM (</a:t>
              </a:r>
              <a:r>
                <a:rPr lang="en-US" sz="1600" dirty="0" err="1">
                  <a:solidFill>
                    <a:srgbClr val="665649"/>
                  </a:solidFill>
                </a:rPr>
                <a:t>TetRis</a:t>
              </a:r>
              <a:r>
                <a:rPr lang="en-US" sz="1600" dirty="0">
                  <a:solidFill>
                    <a:srgbClr val="665649"/>
                  </a:solidFill>
                </a:rPr>
                <a:t>)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BBE18F1-C723-71C3-6132-AA35291C540D}"/>
              </a:ext>
            </a:extLst>
          </p:cNvPr>
          <p:cNvGrpSpPr/>
          <p:nvPr/>
        </p:nvGrpSpPr>
        <p:grpSpPr>
          <a:xfrm>
            <a:off x="2718450" y="358918"/>
            <a:ext cx="6622623" cy="420316"/>
            <a:chOff x="2718450" y="177943"/>
            <a:chExt cx="6622623" cy="42031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D84015-4ACC-A791-2264-0955650027B1}"/>
                </a:ext>
              </a:extLst>
            </p:cNvPr>
            <p:cNvSpPr txBox="1"/>
            <p:nvPr/>
          </p:nvSpPr>
          <p:spPr>
            <a:xfrm>
              <a:off x="5944122" y="193141"/>
              <a:ext cx="25330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Welcome and Opening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998A68-6F0A-F096-0858-1AB58A30DF25}"/>
                </a:ext>
              </a:extLst>
            </p:cNvPr>
            <p:cNvSpPr txBox="1"/>
            <p:nvPr/>
          </p:nvSpPr>
          <p:spPr>
            <a:xfrm>
              <a:off x="3657762" y="203599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09:30 AM- 09:45 AM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7CB71FD-24DA-496C-B111-5A4CFAB0AEE5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14C35D5-9A9F-0B57-C1B1-15B14CF3D196}"/>
              </a:ext>
            </a:extLst>
          </p:cNvPr>
          <p:cNvGrpSpPr/>
          <p:nvPr/>
        </p:nvGrpSpPr>
        <p:grpSpPr>
          <a:xfrm>
            <a:off x="2731703" y="898262"/>
            <a:ext cx="6622623" cy="420316"/>
            <a:chOff x="2718450" y="177943"/>
            <a:chExt cx="6622623" cy="420316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7D1A5CA-A577-C1DB-E54E-B87DC1B4FE69}"/>
                </a:ext>
              </a:extLst>
            </p:cNvPr>
            <p:cNvSpPr txBox="1"/>
            <p:nvPr/>
          </p:nvSpPr>
          <p:spPr>
            <a:xfrm>
              <a:off x="5944122" y="193141"/>
              <a:ext cx="25330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Keynote: Lee Stott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24DBF12-43B6-3E15-5D1F-D5B34C6663F6}"/>
                </a:ext>
              </a:extLst>
            </p:cNvPr>
            <p:cNvSpPr txBox="1"/>
            <p:nvPr/>
          </p:nvSpPr>
          <p:spPr>
            <a:xfrm>
              <a:off x="3657762" y="203599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09:45 AM - 10:35 AM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A96C2C39-80F3-B5A3-1D0B-28283EDE17DF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D59C4C44-C222-44EB-4874-5A193664FB55}"/>
              </a:ext>
            </a:extLst>
          </p:cNvPr>
          <p:cNvSpPr/>
          <p:nvPr/>
        </p:nvSpPr>
        <p:spPr>
          <a:xfrm>
            <a:off x="2660700" y="5120011"/>
            <a:ext cx="6669957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44FCB1D-7B2A-64B6-616A-95DAC2757DB6}"/>
              </a:ext>
            </a:extLst>
          </p:cNvPr>
          <p:cNvSpPr txBox="1"/>
          <p:nvPr/>
        </p:nvSpPr>
        <p:spPr>
          <a:xfrm>
            <a:off x="5462759" y="5166351"/>
            <a:ext cx="25148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Break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064CE3F-21C0-4154-D4B4-B747BB3F4257}"/>
              </a:ext>
            </a:extLst>
          </p:cNvPr>
          <p:cNvSpPr txBox="1"/>
          <p:nvPr/>
        </p:nvSpPr>
        <p:spPr>
          <a:xfrm>
            <a:off x="3696112" y="5175323"/>
            <a:ext cx="28955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02:50 PM – 03:10 PM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49C4A667-52B3-5EEE-9A86-C8AF98206523}"/>
              </a:ext>
            </a:extLst>
          </p:cNvPr>
          <p:cNvSpPr/>
          <p:nvPr/>
        </p:nvSpPr>
        <p:spPr>
          <a:xfrm>
            <a:off x="2676707" y="5671229"/>
            <a:ext cx="3276956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DE16981-AEEF-6450-8EE6-01D19D2D5340}"/>
              </a:ext>
            </a:extLst>
          </p:cNvPr>
          <p:cNvSpPr txBox="1"/>
          <p:nvPr/>
        </p:nvSpPr>
        <p:spPr>
          <a:xfrm>
            <a:off x="4773794" y="5719663"/>
            <a:ext cx="1179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6C22F1-DEDA-8027-6E8A-5FFF37595791}"/>
              </a:ext>
            </a:extLst>
          </p:cNvPr>
          <p:cNvSpPr txBox="1"/>
          <p:nvPr/>
        </p:nvSpPr>
        <p:spPr>
          <a:xfrm>
            <a:off x="2556449" y="5731437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03:10 PM – 05:10 PM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BC73F9FA-57C3-6479-FEC9-EE89DA5CCF15}"/>
              </a:ext>
            </a:extLst>
          </p:cNvPr>
          <p:cNvSpPr/>
          <p:nvPr/>
        </p:nvSpPr>
        <p:spPr>
          <a:xfrm>
            <a:off x="6117249" y="5671229"/>
            <a:ext cx="3222949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EC0F80-B249-5FAD-3C2E-86B4F4C777E1}"/>
              </a:ext>
            </a:extLst>
          </p:cNvPr>
          <p:cNvSpPr txBox="1"/>
          <p:nvPr/>
        </p:nvSpPr>
        <p:spPr>
          <a:xfrm>
            <a:off x="7987158" y="5721326"/>
            <a:ext cx="13530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797883F-E5AD-D2B9-CA87-26F1C525BFA1}"/>
              </a:ext>
            </a:extLst>
          </p:cNvPr>
          <p:cNvSpPr txBox="1"/>
          <p:nvPr/>
        </p:nvSpPr>
        <p:spPr>
          <a:xfrm>
            <a:off x="5910279" y="5721326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03:10 PM – 05:15 PM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ABC69375-440F-B915-810C-3D2E37CFF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63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4E9B6-1F79-622C-D68E-7F3051847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C1A877-D84F-6DE1-2027-472AA2078CB5}"/>
              </a:ext>
            </a:extLst>
          </p:cNvPr>
          <p:cNvSpPr/>
          <p:nvPr/>
        </p:nvSpPr>
        <p:spPr>
          <a:xfrm>
            <a:off x="4404851" y="138442"/>
            <a:ext cx="3382298" cy="92178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E1F6E-8D43-EA4D-A322-52CA700FE042}"/>
              </a:ext>
            </a:extLst>
          </p:cNvPr>
          <p:cNvSpPr txBox="1"/>
          <p:nvPr/>
        </p:nvSpPr>
        <p:spPr>
          <a:xfrm>
            <a:off x="5830530" y="455250"/>
            <a:ext cx="1838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</a:rPr>
              <a:t>Welcome Note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62A9EA-CFAC-52B8-83E6-A4DB884C571C}"/>
              </a:ext>
            </a:extLst>
          </p:cNvPr>
          <p:cNvSpPr txBox="1"/>
          <p:nvPr/>
        </p:nvSpPr>
        <p:spPr>
          <a:xfrm>
            <a:off x="4559315" y="276170"/>
            <a:ext cx="1156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65649"/>
                </a:solidFill>
              </a:rPr>
              <a:t>09:15 AM </a:t>
            </a:r>
          </a:p>
          <a:p>
            <a:r>
              <a:rPr lang="en-US" dirty="0">
                <a:solidFill>
                  <a:srgbClr val="665649"/>
                </a:solidFill>
              </a:rPr>
              <a:t>09:30 AM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7B3A3C-0DCB-4E20-8AFA-EB6FE77972DA}"/>
              </a:ext>
            </a:extLst>
          </p:cNvPr>
          <p:cNvCxnSpPr>
            <a:cxnSpLocks/>
          </p:cNvCxnSpPr>
          <p:nvPr/>
        </p:nvCxnSpPr>
        <p:spPr>
          <a:xfrm>
            <a:off x="5715401" y="276170"/>
            <a:ext cx="0" cy="609600"/>
          </a:xfrm>
          <a:prstGeom prst="line">
            <a:avLst/>
          </a:prstGeom>
          <a:ln w="28575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F6398F6-DE70-41D6-2F57-02D832B08F6E}"/>
              </a:ext>
            </a:extLst>
          </p:cNvPr>
          <p:cNvSpPr/>
          <p:nvPr/>
        </p:nvSpPr>
        <p:spPr>
          <a:xfrm>
            <a:off x="3397045" y="1292023"/>
            <a:ext cx="5397910" cy="92178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FA5185-7728-E29F-97D8-4838C7B75E7B}"/>
              </a:ext>
            </a:extLst>
          </p:cNvPr>
          <p:cNvSpPr txBox="1"/>
          <p:nvPr/>
        </p:nvSpPr>
        <p:spPr>
          <a:xfrm>
            <a:off x="4963465" y="1429751"/>
            <a:ext cx="41885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</a:rPr>
              <a:t>Keynote</a:t>
            </a:r>
          </a:p>
          <a:p>
            <a:pPr algn="ctr"/>
            <a:r>
              <a:rPr lang="en-US" dirty="0">
                <a:solidFill>
                  <a:srgbClr val="665649"/>
                </a:solidFill>
              </a:rPr>
              <a:t>Henk Boelman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7CE6DB-6B30-FD71-14B9-BE2AEDC64B72}"/>
              </a:ext>
            </a:extLst>
          </p:cNvPr>
          <p:cNvSpPr txBox="1"/>
          <p:nvPr/>
        </p:nvSpPr>
        <p:spPr>
          <a:xfrm>
            <a:off x="3978180" y="1429751"/>
            <a:ext cx="1156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65649"/>
                </a:solidFill>
              </a:rPr>
              <a:t>09:30 AM </a:t>
            </a:r>
          </a:p>
          <a:p>
            <a:r>
              <a:rPr lang="en-US" dirty="0">
                <a:solidFill>
                  <a:srgbClr val="665649"/>
                </a:solidFill>
              </a:rPr>
              <a:t>10:20 AM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6D59B5-A25E-85FF-4D84-BEA37D9B340C}"/>
              </a:ext>
            </a:extLst>
          </p:cNvPr>
          <p:cNvCxnSpPr>
            <a:cxnSpLocks/>
          </p:cNvCxnSpPr>
          <p:nvPr/>
        </p:nvCxnSpPr>
        <p:spPr>
          <a:xfrm>
            <a:off x="5233621" y="1429751"/>
            <a:ext cx="0" cy="609600"/>
          </a:xfrm>
          <a:prstGeom prst="line">
            <a:avLst/>
          </a:prstGeom>
          <a:ln w="28575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98A9785-BBA6-4290-3C0E-87B0FEB78CB2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>
            <a:off x="6096000" y="1060231"/>
            <a:ext cx="0" cy="231792"/>
          </a:xfrm>
          <a:prstGeom prst="straightConnector1">
            <a:avLst/>
          </a:prstGeom>
          <a:ln w="28575"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6F43EAC-A286-2FF0-6A1E-9CFE1EF5B464}"/>
              </a:ext>
            </a:extLst>
          </p:cNvPr>
          <p:cNvSpPr/>
          <p:nvPr/>
        </p:nvSpPr>
        <p:spPr>
          <a:xfrm>
            <a:off x="3202580" y="2396859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0C96B5-D178-166E-8099-7A49E5E6B070}"/>
              </a:ext>
            </a:extLst>
          </p:cNvPr>
          <p:cNvSpPr txBox="1"/>
          <p:nvPr/>
        </p:nvSpPr>
        <p:spPr>
          <a:xfrm>
            <a:off x="3089510" y="2547983"/>
            <a:ext cx="2197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THEATER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4D3AE9F-6CEC-D1ED-B8E0-D1CD187BD69B}"/>
              </a:ext>
            </a:extLst>
          </p:cNvPr>
          <p:cNvSpPr/>
          <p:nvPr/>
        </p:nvSpPr>
        <p:spPr>
          <a:xfrm>
            <a:off x="6547891" y="2406121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B09893A-21EB-E218-8422-8194DEB0A79D}"/>
              </a:ext>
            </a:extLst>
          </p:cNvPr>
          <p:cNvSpPr/>
          <p:nvPr/>
        </p:nvSpPr>
        <p:spPr>
          <a:xfrm>
            <a:off x="2671116" y="3254748"/>
            <a:ext cx="3229622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A03C8B-3121-E4A0-102C-BCE0299A0E74}"/>
              </a:ext>
            </a:extLst>
          </p:cNvPr>
          <p:cNvSpPr txBox="1"/>
          <p:nvPr/>
        </p:nvSpPr>
        <p:spPr>
          <a:xfrm>
            <a:off x="4815811" y="3295629"/>
            <a:ext cx="1179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5C14DE-4B98-0F17-A243-CD72CFA07AC8}"/>
              </a:ext>
            </a:extLst>
          </p:cNvPr>
          <p:cNvSpPr txBox="1"/>
          <p:nvPr/>
        </p:nvSpPr>
        <p:spPr>
          <a:xfrm>
            <a:off x="2546908" y="3307403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10:30 AM – 12:25 PM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9CF45D7-9459-E9A9-56A1-C0EC95A6758D}"/>
              </a:ext>
            </a:extLst>
          </p:cNvPr>
          <p:cNvSpPr/>
          <p:nvPr/>
        </p:nvSpPr>
        <p:spPr>
          <a:xfrm>
            <a:off x="2671116" y="3839523"/>
            <a:ext cx="6622623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4EB277-087F-439D-39F0-836AD6EB26BF}"/>
              </a:ext>
            </a:extLst>
          </p:cNvPr>
          <p:cNvSpPr txBox="1"/>
          <p:nvPr/>
        </p:nvSpPr>
        <p:spPr>
          <a:xfrm>
            <a:off x="6219511" y="3892178"/>
            <a:ext cx="9008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Lunch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03020D-57B6-A093-2107-AA3A28E6BA28}"/>
              </a:ext>
            </a:extLst>
          </p:cNvPr>
          <p:cNvSpPr txBox="1"/>
          <p:nvPr/>
        </p:nvSpPr>
        <p:spPr>
          <a:xfrm>
            <a:off x="3962737" y="3892178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12:30 PM – 01:30 PM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C46C3216-B463-4961-40F0-8FEEC2472EB4}"/>
              </a:ext>
            </a:extLst>
          </p:cNvPr>
          <p:cNvSpPr/>
          <p:nvPr/>
        </p:nvSpPr>
        <p:spPr>
          <a:xfrm>
            <a:off x="2660702" y="6137128"/>
            <a:ext cx="6680371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3BBB240-DC5A-E7F0-1C18-605F45C8C8CF}"/>
              </a:ext>
            </a:extLst>
          </p:cNvPr>
          <p:cNvSpPr txBox="1"/>
          <p:nvPr/>
        </p:nvSpPr>
        <p:spPr>
          <a:xfrm>
            <a:off x="4915066" y="6200711"/>
            <a:ext cx="42853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The Grand Closing: Raffle &amp; Community Quiz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CAB554D-E615-E2C1-4549-3FFD590D87BC}"/>
              </a:ext>
            </a:extLst>
          </p:cNvPr>
          <p:cNvSpPr txBox="1"/>
          <p:nvPr/>
        </p:nvSpPr>
        <p:spPr>
          <a:xfrm>
            <a:off x="3112861" y="6200711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05:15 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6673BB-6A59-CA59-203B-9CD21994BF00}"/>
              </a:ext>
            </a:extLst>
          </p:cNvPr>
          <p:cNvSpPr txBox="1"/>
          <p:nvPr/>
        </p:nvSpPr>
        <p:spPr>
          <a:xfrm>
            <a:off x="6495772" y="2565003"/>
            <a:ext cx="2197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WORKSHOP SPACE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17FE17A-4BDF-DCF2-CE02-0B975E2FBD6D}"/>
              </a:ext>
            </a:extLst>
          </p:cNvPr>
          <p:cNvSpPr/>
          <p:nvPr/>
        </p:nvSpPr>
        <p:spPr>
          <a:xfrm>
            <a:off x="6095999" y="3254748"/>
            <a:ext cx="3197740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A693A4-0019-710E-EB4F-4C3FDBC9C5E8}"/>
              </a:ext>
            </a:extLst>
          </p:cNvPr>
          <p:cNvSpPr txBox="1"/>
          <p:nvPr/>
        </p:nvSpPr>
        <p:spPr>
          <a:xfrm>
            <a:off x="7962900" y="3303645"/>
            <a:ext cx="1338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Workshop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47BAC3-4DFC-FEF1-0D58-2374EF8CEE26}"/>
              </a:ext>
            </a:extLst>
          </p:cNvPr>
          <p:cNvSpPr txBox="1"/>
          <p:nvPr/>
        </p:nvSpPr>
        <p:spPr>
          <a:xfrm>
            <a:off x="5791217" y="3300901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10:30 AM – 11:55 PM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DF2BAA-C747-E514-05BD-160229CE3DAD}"/>
              </a:ext>
            </a:extLst>
          </p:cNvPr>
          <p:cNvSpPr/>
          <p:nvPr/>
        </p:nvSpPr>
        <p:spPr>
          <a:xfrm>
            <a:off x="2667166" y="5565977"/>
            <a:ext cx="3276956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3793A8-4EBF-FFB2-B43D-2117A078BE56}"/>
              </a:ext>
            </a:extLst>
          </p:cNvPr>
          <p:cNvSpPr txBox="1"/>
          <p:nvPr/>
        </p:nvSpPr>
        <p:spPr>
          <a:xfrm>
            <a:off x="4815811" y="5622157"/>
            <a:ext cx="1179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06C4FA-DCB9-69B8-CF99-8A3700086C84}"/>
              </a:ext>
            </a:extLst>
          </p:cNvPr>
          <p:cNvSpPr txBox="1"/>
          <p:nvPr/>
        </p:nvSpPr>
        <p:spPr>
          <a:xfrm>
            <a:off x="2546908" y="5633931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03:15 PM – 05:10 PM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2215217-C4F8-02C4-C6A3-DA6C692EBA8B}"/>
              </a:ext>
            </a:extLst>
          </p:cNvPr>
          <p:cNvSpPr/>
          <p:nvPr/>
        </p:nvSpPr>
        <p:spPr>
          <a:xfrm>
            <a:off x="6107708" y="5565977"/>
            <a:ext cx="3222949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ED3D57-D78A-24DD-E108-F7877F71D309}"/>
              </a:ext>
            </a:extLst>
          </p:cNvPr>
          <p:cNvSpPr txBox="1"/>
          <p:nvPr/>
        </p:nvSpPr>
        <p:spPr>
          <a:xfrm>
            <a:off x="7977617" y="5623820"/>
            <a:ext cx="13530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Workshop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F87206-7482-7BAC-00CE-88827F561E26}"/>
              </a:ext>
            </a:extLst>
          </p:cNvPr>
          <p:cNvSpPr txBox="1"/>
          <p:nvPr/>
        </p:nvSpPr>
        <p:spPr>
          <a:xfrm>
            <a:off x="5783196" y="5623820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03:15 PM – 05:15 PM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5854071-61B1-53D2-C84C-6175BC6C7EBE}"/>
              </a:ext>
            </a:extLst>
          </p:cNvPr>
          <p:cNvSpPr/>
          <p:nvPr/>
        </p:nvSpPr>
        <p:spPr>
          <a:xfrm>
            <a:off x="2671116" y="4418012"/>
            <a:ext cx="3276956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AE1CB2-D679-210A-A5C9-B70F5E460210}"/>
              </a:ext>
            </a:extLst>
          </p:cNvPr>
          <p:cNvSpPr txBox="1"/>
          <p:nvPr/>
        </p:nvSpPr>
        <p:spPr>
          <a:xfrm>
            <a:off x="4863145" y="4458893"/>
            <a:ext cx="1179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D5E76D-DFE9-4CEF-FE18-5F5051DD9F87}"/>
              </a:ext>
            </a:extLst>
          </p:cNvPr>
          <p:cNvSpPr txBox="1"/>
          <p:nvPr/>
        </p:nvSpPr>
        <p:spPr>
          <a:xfrm>
            <a:off x="2594242" y="4470667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01:30 PM – 02:55 PM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8BD2F5B-7F3F-3AE5-9BB8-6FB682505C23}"/>
              </a:ext>
            </a:extLst>
          </p:cNvPr>
          <p:cNvSpPr/>
          <p:nvPr/>
        </p:nvSpPr>
        <p:spPr>
          <a:xfrm>
            <a:off x="6135312" y="4421770"/>
            <a:ext cx="3197740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115384-F8C6-DB5E-E0A7-21684DB9B00C}"/>
              </a:ext>
            </a:extLst>
          </p:cNvPr>
          <p:cNvSpPr txBox="1"/>
          <p:nvPr/>
        </p:nvSpPr>
        <p:spPr>
          <a:xfrm>
            <a:off x="8002213" y="4470667"/>
            <a:ext cx="1338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Workshop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D947A7-59C0-68A4-54D5-8B781A0951B1}"/>
              </a:ext>
            </a:extLst>
          </p:cNvPr>
          <p:cNvSpPr txBox="1"/>
          <p:nvPr/>
        </p:nvSpPr>
        <p:spPr>
          <a:xfrm>
            <a:off x="5830530" y="4467923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01:30 PM – 03:00 PM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093DB33-CDE0-0C0B-5404-9C9034DBA507}"/>
              </a:ext>
            </a:extLst>
          </p:cNvPr>
          <p:cNvSpPr/>
          <p:nvPr/>
        </p:nvSpPr>
        <p:spPr>
          <a:xfrm>
            <a:off x="2660702" y="4994826"/>
            <a:ext cx="6669957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6F6E2C-E1BB-31B4-E5FE-0E2D6DA7407F}"/>
              </a:ext>
            </a:extLst>
          </p:cNvPr>
          <p:cNvSpPr txBox="1"/>
          <p:nvPr/>
        </p:nvSpPr>
        <p:spPr>
          <a:xfrm>
            <a:off x="6256431" y="5050138"/>
            <a:ext cx="9008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Break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3C4496-3DEE-73DB-1F9F-0E7FF479A22B}"/>
              </a:ext>
            </a:extLst>
          </p:cNvPr>
          <p:cNvSpPr txBox="1"/>
          <p:nvPr/>
        </p:nvSpPr>
        <p:spPr>
          <a:xfrm>
            <a:off x="3999657" y="5050138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03:00 PM – 03:15 PM</a:t>
            </a:r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D2D01B39-A604-AFDA-61FF-578EF4068BB2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rot="5400000">
            <a:off x="5078877" y="1379735"/>
            <a:ext cx="183047" cy="1851200"/>
          </a:xfrm>
          <a:prstGeom prst="curvedConnector3">
            <a:avLst/>
          </a:prstGeom>
          <a:ln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157D98A7-8028-C788-448C-C1224D83BCFC}"/>
              </a:ext>
            </a:extLst>
          </p:cNvPr>
          <p:cNvCxnSpPr>
            <a:stCxn id="14" idx="2"/>
            <a:endCxn id="38" idx="0"/>
          </p:cNvCxnSpPr>
          <p:nvPr/>
        </p:nvCxnSpPr>
        <p:spPr>
          <a:xfrm rot="16200000" flipH="1">
            <a:off x="6746901" y="1562910"/>
            <a:ext cx="192309" cy="1494111"/>
          </a:xfrm>
          <a:prstGeom prst="curvedConnector3">
            <a:avLst/>
          </a:prstGeom>
          <a:ln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26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2BB3-7A24-2BE6-1458-13154A6B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9C82-99A8-E70D-DC1F-31522BF7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Join the AI Conversation </a:t>
            </a:r>
            <a:br>
              <a:rPr lang="en-US" b="1" dirty="0"/>
            </a:br>
            <a:r>
              <a:rPr lang="en-US" b="1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F5940F71-6DD7-8068-BDC0-0ED73CEEF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1957131"/>
            <a:ext cx="3302000" cy="3302000"/>
          </a:xfrm>
          <a:prstGeom prst="roundRect">
            <a:avLst>
              <a:gd name="adj" fmla="val 5932"/>
            </a:avLst>
          </a:prstGeom>
          <a:ln w="28575">
            <a:solidFill>
              <a:srgbClr val="DDD7C0"/>
            </a:solidFill>
          </a:ln>
          <a:effectLst>
            <a:outerShdw blurRad="63500" sx="102000" sy="102000" algn="ctr" rotWithShape="0">
              <a:schemeClr val="bg1">
                <a:lumMod val="50000"/>
                <a:alpha val="41000"/>
              </a:scheme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3F8971-DA18-B9F2-175C-607DC6973F58}"/>
              </a:ext>
            </a:extLst>
          </p:cNvPr>
          <p:cNvSpPr txBox="1"/>
          <p:nvPr/>
        </p:nvSpPr>
        <p:spPr>
          <a:xfrm>
            <a:off x="4713646" y="5664709"/>
            <a:ext cx="2764708" cy="52322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A56C32-D26C-36EC-E078-472A9F17DF5D}"/>
              </a:ext>
            </a:extLst>
          </p:cNvPr>
          <p:cNvSpPr/>
          <p:nvPr/>
        </p:nvSpPr>
        <p:spPr>
          <a:xfrm>
            <a:off x="4584700" y="5664709"/>
            <a:ext cx="3009900" cy="523220"/>
          </a:xfrm>
          <a:prstGeom prst="roundRect">
            <a:avLst/>
          </a:prstGeom>
          <a:noFill/>
          <a:ln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12698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FF9CA-4C58-F173-9BBD-88086857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677F7-A416-22A3-BC87-6BF3F653E6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991D8-F970-6059-14E2-3B3F944B06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65D3DD-F4D9-E771-2E22-997E47072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18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2691</TotalTime>
  <Words>188</Words>
  <Application>Microsoft Office PowerPoint</Application>
  <PresentationFormat>Widescreen</PresentationFormat>
  <Paragraphs>60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Lufga</vt:lpstr>
      <vt:lpstr>Aptos</vt:lpstr>
      <vt:lpstr>Arial</vt:lpstr>
      <vt:lpstr>Office Theme</vt:lpstr>
      <vt:lpstr>PowerPoint Presentation</vt:lpstr>
      <vt:lpstr>AgentCon around the world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Join the AI Conversation  on Discord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Stephen Simon</cp:lastModifiedBy>
  <cp:revision>16</cp:revision>
  <dcterms:created xsi:type="dcterms:W3CDTF">2026-01-27T07:16:52Z</dcterms:created>
  <dcterms:modified xsi:type="dcterms:W3CDTF">2026-05-18T03:44:19Z</dcterms:modified>
</cp:coreProperties>
</file>