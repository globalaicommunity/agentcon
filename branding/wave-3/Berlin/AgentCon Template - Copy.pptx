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5" r:id="rId2"/>
    <p:sldId id="270" r:id="rId3"/>
    <p:sldId id="271" r:id="rId4"/>
    <p:sldId id="264" r:id="rId5"/>
    <p:sldId id="266" r:id="rId6"/>
    <p:sldId id="267" r:id="rId7"/>
    <p:sldId id="261" r:id="rId8"/>
    <p:sldId id="269" r:id="rId9"/>
    <p:sldId id="273" r:id="rId10"/>
  </p:sldIdLst>
  <p:sldSz cx="12192000" cy="6858000"/>
  <p:notesSz cx="6858000" cy="9144000"/>
  <p:embeddedFontLst>
    <p:embeddedFont>
      <p:font typeface="Lufga" panose="00000500000000000000" pitchFamily="50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666BA6-32CC-EB31-198E-AF6C34A16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C3BC5-0DC8-187D-94DD-B005032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9AA1D-334B-C817-3BED-1C272E49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5500" y="2679700"/>
            <a:ext cx="8001000" cy="4000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20E91-BAA9-1E6E-12DF-BD96DEDD4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3CBAED-B18D-FCA3-E834-4FF9995D8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DD0B557-EBCF-B791-AD2C-FCDEE2036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124"/>
            <a:ext cx="12231330" cy="688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67BD35-0E34-A183-9214-69A642D2E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AC2D87-E6FC-3367-E6CE-7D11CFBF964F}"/>
              </a:ext>
            </a:extLst>
          </p:cNvPr>
          <p:cNvSpPr/>
          <p:nvPr/>
        </p:nvSpPr>
        <p:spPr>
          <a:xfrm>
            <a:off x="3202580" y="2078147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A0D13E-3272-39E0-870B-D6FD8A9C9F44}"/>
              </a:ext>
            </a:extLst>
          </p:cNvPr>
          <p:cNvSpPr txBox="1"/>
          <p:nvPr/>
        </p:nvSpPr>
        <p:spPr>
          <a:xfrm>
            <a:off x="3089510" y="2220009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TETRIS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E53AC7B-2C22-BA2F-77A9-7AE194AF404A}"/>
              </a:ext>
            </a:extLst>
          </p:cNvPr>
          <p:cNvSpPr/>
          <p:nvPr/>
        </p:nvSpPr>
        <p:spPr>
          <a:xfrm>
            <a:off x="6547891" y="2078147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E066BDA-C459-4A37-A195-072C16041B69}"/>
              </a:ext>
            </a:extLst>
          </p:cNvPr>
          <p:cNvSpPr/>
          <p:nvPr/>
        </p:nvSpPr>
        <p:spPr>
          <a:xfrm>
            <a:off x="2671116" y="2926774"/>
            <a:ext cx="3229622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B0BBD7-7E79-CB18-0718-3885852A1A07}"/>
              </a:ext>
            </a:extLst>
          </p:cNvPr>
          <p:cNvSpPr txBox="1"/>
          <p:nvPr/>
        </p:nvSpPr>
        <p:spPr>
          <a:xfrm>
            <a:off x="4815811" y="2967655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8DDB4C-3BAA-412E-4AE9-A93C5FF7EB6E}"/>
              </a:ext>
            </a:extLst>
          </p:cNvPr>
          <p:cNvSpPr txBox="1"/>
          <p:nvPr/>
        </p:nvSpPr>
        <p:spPr>
          <a:xfrm>
            <a:off x="2546908" y="2979429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10:50 AM – 12:15 PM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EC75EEA-D14A-E38B-5293-F0144C999B6F}"/>
              </a:ext>
            </a:extLst>
          </p:cNvPr>
          <p:cNvSpPr/>
          <p:nvPr/>
        </p:nvSpPr>
        <p:spPr>
          <a:xfrm>
            <a:off x="2731703" y="1437606"/>
            <a:ext cx="6622623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TetRis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B8B39C-98E6-20C2-2157-C1334BC57AC0}"/>
              </a:ext>
            </a:extLst>
          </p:cNvPr>
          <p:cNvSpPr txBox="1"/>
          <p:nvPr/>
        </p:nvSpPr>
        <p:spPr>
          <a:xfrm>
            <a:off x="6280097" y="1490261"/>
            <a:ext cx="1537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Coffee Break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0C1239-246F-DE16-87D0-145A8C131517}"/>
              </a:ext>
            </a:extLst>
          </p:cNvPr>
          <p:cNvSpPr txBox="1"/>
          <p:nvPr/>
        </p:nvSpPr>
        <p:spPr>
          <a:xfrm>
            <a:off x="4023324" y="149026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10:35 - 10:50PM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DFEF549F-FB49-3E47-F202-998B26D7A333}"/>
              </a:ext>
            </a:extLst>
          </p:cNvPr>
          <p:cNvSpPr/>
          <p:nvPr/>
        </p:nvSpPr>
        <p:spPr>
          <a:xfrm>
            <a:off x="2660702" y="6232558"/>
            <a:ext cx="6680371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6CA0C1-E9AD-349E-0B84-5DD329EFBCFB}"/>
              </a:ext>
            </a:extLst>
          </p:cNvPr>
          <p:cNvSpPr txBox="1"/>
          <p:nvPr/>
        </p:nvSpPr>
        <p:spPr>
          <a:xfrm>
            <a:off x="5127290" y="6296141"/>
            <a:ext cx="4285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Networking, Raffles at Level Six Rooftop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A9BB1C-E269-8576-876E-853400C1B8AD}"/>
              </a:ext>
            </a:extLst>
          </p:cNvPr>
          <p:cNvSpPr txBox="1"/>
          <p:nvPr/>
        </p:nvSpPr>
        <p:spPr>
          <a:xfrm>
            <a:off x="2921746" y="629614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05:15 PM – 06:00 PM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9F617-720D-489D-3171-4087820E8909}"/>
              </a:ext>
            </a:extLst>
          </p:cNvPr>
          <p:cNvSpPr txBox="1"/>
          <p:nvPr/>
        </p:nvSpPr>
        <p:spPr>
          <a:xfrm>
            <a:off x="6495772" y="2237029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DARKMATTER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1A0C2D-5410-5124-F5A1-43C23FCAA252}"/>
              </a:ext>
            </a:extLst>
          </p:cNvPr>
          <p:cNvSpPr/>
          <p:nvPr/>
        </p:nvSpPr>
        <p:spPr>
          <a:xfrm>
            <a:off x="6095999" y="2926774"/>
            <a:ext cx="3197740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60FC8C-CC27-3AAF-2DBB-3EDE83750C5D}"/>
              </a:ext>
            </a:extLst>
          </p:cNvPr>
          <p:cNvSpPr txBox="1"/>
          <p:nvPr/>
        </p:nvSpPr>
        <p:spPr>
          <a:xfrm>
            <a:off x="7962900" y="2975671"/>
            <a:ext cx="1338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62D0A7-EE2E-57E4-9990-0571A0F56E35}"/>
              </a:ext>
            </a:extLst>
          </p:cNvPr>
          <p:cNvSpPr txBox="1"/>
          <p:nvPr/>
        </p:nvSpPr>
        <p:spPr>
          <a:xfrm>
            <a:off x="5791217" y="2972927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10:50 AM – 12:10 PM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B9BD0C3-8B2D-6D65-2B16-1500787FB2D3}"/>
              </a:ext>
            </a:extLst>
          </p:cNvPr>
          <p:cNvGrpSpPr/>
          <p:nvPr/>
        </p:nvGrpSpPr>
        <p:grpSpPr>
          <a:xfrm>
            <a:off x="2546908" y="4590347"/>
            <a:ext cx="6783750" cy="420316"/>
            <a:chOff x="2546908" y="4435628"/>
            <a:chExt cx="6783750" cy="42031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30C66C0-0D44-6967-84C8-D6840A36E4A3}"/>
                </a:ext>
              </a:extLst>
            </p:cNvPr>
            <p:cNvSpPr/>
            <p:nvPr/>
          </p:nvSpPr>
          <p:spPr>
            <a:xfrm>
              <a:off x="2667166" y="4435628"/>
              <a:ext cx="3276956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4D04D2-C934-3299-07F7-75A896CCAFF3}"/>
                </a:ext>
              </a:extLst>
            </p:cNvPr>
            <p:cNvSpPr txBox="1"/>
            <p:nvPr/>
          </p:nvSpPr>
          <p:spPr>
            <a:xfrm>
              <a:off x="4764253" y="4484062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82A9E4-C6F3-2706-FCE9-093BCCA9515C}"/>
                </a:ext>
              </a:extLst>
            </p:cNvPr>
            <p:cNvSpPr txBox="1"/>
            <p:nvPr/>
          </p:nvSpPr>
          <p:spPr>
            <a:xfrm>
              <a:off x="2546908" y="4495836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01:55 PM – 02:50 PM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2349273-10A2-C0AF-567B-837BC6EA7299}"/>
                </a:ext>
              </a:extLst>
            </p:cNvPr>
            <p:cNvSpPr/>
            <p:nvPr/>
          </p:nvSpPr>
          <p:spPr>
            <a:xfrm>
              <a:off x="6107708" y="4435628"/>
              <a:ext cx="322294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F151D8-3A03-AFF6-D6ED-9AA8B8D9BB3D}"/>
                </a:ext>
              </a:extLst>
            </p:cNvPr>
            <p:cNvSpPr txBox="1"/>
            <p:nvPr/>
          </p:nvSpPr>
          <p:spPr>
            <a:xfrm>
              <a:off x="7977617" y="4485725"/>
              <a:ext cx="135304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B2599A-1C4E-1B94-BA68-8C30CE2F617B}"/>
                </a:ext>
              </a:extLst>
            </p:cNvPr>
            <p:cNvSpPr txBox="1"/>
            <p:nvPr/>
          </p:nvSpPr>
          <p:spPr>
            <a:xfrm>
              <a:off x="5900738" y="4485725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01:55 PM – 02:55 PM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0CBB5CF-3E4D-EE5A-BF88-42AAF5EB88CF}"/>
              </a:ext>
            </a:extLst>
          </p:cNvPr>
          <p:cNvGrpSpPr/>
          <p:nvPr/>
        </p:nvGrpSpPr>
        <p:grpSpPr>
          <a:xfrm>
            <a:off x="2660702" y="3478206"/>
            <a:ext cx="6669957" cy="420316"/>
            <a:chOff x="2660702" y="4386241"/>
            <a:chExt cx="6669957" cy="42031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EC8FD4D-FD2A-4D2E-41C7-A45A90484B70}"/>
                </a:ext>
              </a:extLst>
            </p:cNvPr>
            <p:cNvSpPr/>
            <p:nvPr/>
          </p:nvSpPr>
          <p:spPr>
            <a:xfrm>
              <a:off x="2660702" y="4386241"/>
              <a:ext cx="6669957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3F25E58-7C1C-9849-9D9F-66BDCF464F7E}"/>
                </a:ext>
              </a:extLst>
            </p:cNvPr>
            <p:cNvSpPr txBox="1"/>
            <p:nvPr/>
          </p:nvSpPr>
          <p:spPr>
            <a:xfrm>
              <a:off x="6256430" y="4441553"/>
              <a:ext cx="14422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Lunch Break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140DC95-09FB-3380-D98D-F6C4DDC452DA}"/>
                </a:ext>
              </a:extLst>
            </p:cNvPr>
            <p:cNvSpPr txBox="1"/>
            <p:nvPr/>
          </p:nvSpPr>
          <p:spPr>
            <a:xfrm>
              <a:off x="3999657" y="4441553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12:15 PM – 01:00 PM</a:t>
              </a:r>
            </a:p>
          </p:txBody>
        </p:sp>
      </p:grp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DD91C6B7-AEE6-ED58-1AE0-8E600258141D}"/>
              </a:ext>
            </a:extLst>
          </p:cNvPr>
          <p:cNvCxnSpPr>
            <a:stCxn id="63" idx="2"/>
            <a:endCxn id="23" idx="0"/>
          </p:cNvCxnSpPr>
          <p:nvPr/>
        </p:nvCxnSpPr>
        <p:spPr>
          <a:xfrm rot="5400000">
            <a:off x="5033796" y="1068927"/>
            <a:ext cx="220225" cy="1798215"/>
          </a:xfrm>
          <a:prstGeom prst="curvedConnector3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D853ADC4-88C2-951A-0E3C-E483857F38A0}"/>
              </a:ext>
            </a:extLst>
          </p:cNvPr>
          <p:cNvCxnSpPr>
            <a:stCxn id="63" idx="2"/>
            <a:endCxn id="38" idx="0"/>
          </p:cNvCxnSpPr>
          <p:nvPr/>
        </p:nvCxnSpPr>
        <p:spPr>
          <a:xfrm rot="16200000" flipH="1">
            <a:off x="6706451" y="1194486"/>
            <a:ext cx="220225" cy="1547096"/>
          </a:xfrm>
          <a:prstGeom prst="curvedConnector3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22BE293-0E55-4466-3D86-3ABEC24887B3}"/>
              </a:ext>
            </a:extLst>
          </p:cNvPr>
          <p:cNvGrpSpPr/>
          <p:nvPr/>
        </p:nvGrpSpPr>
        <p:grpSpPr>
          <a:xfrm>
            <a:off x="2684369" y="4034320"/>
            <a:ext cx="6669957" cy="420316"/>
            <a:chOff x="2684369" y="3853345"/>
            <a:chExt cx="6669957" cy="420316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18D2475-4FE8-663B-1CF0-3EB1CA4D19DA}"/>
                </a:ext>
              </a:extLst>
            </p:cNvPr>
            <p:cNvSpPr/>
            <p:nvPr/>
          </p:nvSpPr>
          <p:spPr>
            <a:xfrm>
              <a:off x="2684369" y="3853345"/>
              <a:ext cx="6669957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0CE0617-1221-2FE8-1DCC-AD77728A73D3}"/>
                </a:ext>
              </a:extLst>
            </p:cNvPr>
            <p:cNvSpPr txBox="1"/>
            <p:nvPr/>
          </p:nvSpPr>
          <p:spPr>
            <a:xfrm>
              <a:off x="6043014" y="3908657"/>
              <a:ext cx="251485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Keynote: Michael Hunger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CD9C9DC-0297-4A3C-33F3-5E76C13F5F3C}"/>
                </a:ext>
              </a:extLst>
            </p:cNvPr>
            <p:cNvSpPr txBox="1"/>
            <p:nvPr/>
          </p:nvSpPr>
          <p:spPr>
            <a:xfrm>
              <a:off x="3212116" y="3908657"/>
              <a:ext cx="28955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12:15 PM – 01:00 PM (</a:t>
              </a:r>
              <a:r>
                <a:rPr lang="en-US" sz="1600" dirty="0" err="1">
                  <a:solidFill>
                    <a:srgbClr val="665649"/>
                  </a:solidFill>
                </a:rPr>
                <a:t>TetRis</a:t>
              </a:r>
              <a:r>
                <a:rPr lang="en-US" sz="1600" dirty="0">
                  <a:solidFill>
                    <a:srgbClr val="665649"/>
                  </a:solidFill>
                </a:rPr>
                <a:t>)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BBE18F1-C723-71C3-6132-AA35291C540D}"/>
              </a:ext>
            </a:extLst>
          </p:cNvPr>
          <p:cNvGrpSpPr/>
          <p:nvPr/>
        </p:nvGrpSpPr>
        <p:grpSpPr>
          <a:xfrm>
            <a:off x="2718450" y="358918"/>
            <a:ext cx="6622623" cy="420316"/>
            <a:chOff x="2718450" y="177943"/>
            <a:chExt cx="6622623" cy="4203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D84015-4ACC-A791-2264-0955650027B1}"/>
                </a:ext>
              </a:extLst>
            </p:cNvPr>
            <p:cNvSpPr txBox="1"/>
            <p:nvPr/>
          </p:nvSpPr>
          <p:spPr>
            <a:xfrm>
              <a:off x="5944122" y="193141"/>
              <a:ext cx="25330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Welcome and Opening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998A68-6F0A-F096-0858-1AB58A30DF25}"/>
                </a:ext>
              </a:extLst>
            </p:cNvPr>
            <p:cNvSpPr txBox="1"/>
            <p:nvPr/>
          </p:nvSpPr>
          <p:spPr>
            <a:xfrm>
              <a:off x="3657762" y="203599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09:30 AM- 09:45 AM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7CB71FD-24DA-496C-B111-5A4CFAB0AEE5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4C35D5-9A9F-0B57-C1B1-15B14CF3D196}"/>
              </a:ext>
            </a:extLst>
          </p:cNvPr>
          <p:cNvGrpSpPr/>
          <p:nvPr/>
        </p:nvGrpSpPr>
        <p:grpSpPr>
          <a:xfrm>
            <a:off x="2731703" y="898262"/>
            <a:ext cx="6622623" cy="420316"/>
            <a:chOff x="2718450" y="177943"/>
            <a:chExt cx="6622623" cy="42031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7D1A5CA-A577-C1DB-E54E-B87DC1B4FE69}"/>
                </a:ext>
              </a:extLst>
            </p:cNvPr>
            <p:cNvSpPr txBox="1"/>
            <p:nvPr/>
          </p:nvSpPr>
          <p:spPr>
            <a:xfrm>
              <a:off x="5944122" y="193141"/>
              <a:ext cx="25330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Keynote: Lee Stott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4DBF12-43B6-3E15-5D1F-D5B34C6663F6}"/>
                </a:ext>
              </a:extLst>
            </p:cNvPr>
            <p:cNvSpPr txBox="1"/>
            <p:nvPr/>
          </p:nvSpPr>
          <p:spPr>
            <a:xfrm>
              <a:off x="3657762" y="203599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09:45 AM - 10:35 AM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A96C2C39-80F3-B5A3-1D0B-28283EDE17DF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59C4C44-C222-44EB-4874-5A193664FB55}"/>
              </a:ext>
            </a:extLst>
          </p:cNvPr>
          <p:cNvSpPr/>
          <p:nvPr/>
        </p:nvSpPr>
        <p:spPr>
          <a:xfrm>
            <a:off x="2660700" y="5120011"/>
            <a:ext cx="6669957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4FCB1D-7B2A-64B6-616A-95DAC2757DB6}"/>
              </a:ext>
            </a:extLst>
          </p:cNvPr>
          <p:cNvSpPr txBox="1"/>
          <p:nvPr/>
        </p:nvSpPr>
        <p:spPr>
          <a:xfrm>
            <a:off x="5462759" y="5166351"/>
            <a:ext cx="2514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Break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64CE3F-21C0-4154-D4B4-B747BB3F4257}"/>
              </a:ext>
            </a:extLst>
          </p:cNvPr>
          <p:cNvSpPr txBox="1"/>
          <p:nvPr/>
        </p:nvSpPr>
        <p:spPr>
          <a:xfrm>
            <a:off x="3696112" y="5175323"/>
            <a:ext cx="2895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02:50 PM – 03:10 PM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9C4A667-52B3-5EEE-9A86-C8AF98206523}"/>
              </a:ext>
            </a:extLst>
          </p:cNvPr>
          <p:cNvSpPr/>
          <p:nvPr/>
        </p:nvSpPr>
        <p:spPr>
          <a:xfrm>
            <a:off x="2676707" y="5671229"/>
            <a:ext cx="3276956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DE16981-AEEF-6450-8EE6-01D19D2D5340}"/>
              </a:ext>
            </a:extLst>
          </p:cNvPr>
          <p:cNvSpPr txBox="1"/>
          <p:nvPr/>
        </p:nvSpPr>
        <p:spPr>
          <a:xfrm>
            <a:off x="4773794" y="5719663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6C22F1-DEDA-8027-6E8A-5FFF37595791}"/>
              </a:ext>
            </a:extLst>
          </p:cNvPr>
          <p:cNvSpPr txBox="1"/>
          <p:nvPr/>
        </p:nvSpPr>
        <p:spPr>
          <a:xfrm>
            <a:off x="2556449" y="5731437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03:10 PM – 05:10 PM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BC73F9FA-57C3-6479-FEC9-EE89DA5CCF15}"/>
              </a:ext>
            </a:extLst>
          </p:cNvPr>
          <p:cNvSpPr/>
          <p:nvPr/>
        </p:nvSpPr>
        <p:spPr>
          <a:xfrm>
            <a:off x="6117249" y="5671229"/>
            <a:ext cx="3222949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EC0F80-B249-5FAD-3C2E-86B4F4C777E1}"/>
              </a:ext>
            </a:extLst>
          </p:cNvPr>
          <p:cNvSpPr txBox="1"/>
          <p:nvPr/>
        </p:nvSpPr>
        <p:spPr>
          <a:xfrm>
            <a:off x="7987158" y="5721326"/>
            <a:ext cx="13530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97883F-E5AD-D2B9-CA87-26F1C525BFA1}"/>
              </a:ext>
            </a:extLst>
          </p:cNvPr>
          <p:cNvSpPr txBox="1"/>
          <p:nvPr/>
        </p:nvSpPr>
        <p:spPr>
          <a:xfrm>
            <a:off x="5910279" y="5721326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03:10 PM – 05:15 PM</a:t>
            </a:r>
          </a:p>
        </p:txBody>
      </p: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FF9CA-4C58-F173-9BBD-88086857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77F7-A416-22A3-BC87-6BF3F653E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991D8-F970-6059-14E2-3B3F944B0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65D3DD-F4D9-E771-2E22-997E47072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18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114</Words>
  <Application>Microsoft Office PowerPoint</Application>
  <PresentationFormat>Widescreen</PresentationFormat>
  <Paragraphs>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Lufga</vt:lpstr>
      <vt:lpstr>Aptos</vt:lpstr>
      <vt:lpstr>Arial</vt:lpstr>
      <vt:lpstr>Office Theme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15</cp:revision>
  <dcterms:created xsi:type="dcterms:W3CDTF">2026-01-27T07:16:52Z</dcterms:created>
  <dcterms:modified xsi:type="dcterms:W3CDTF">2026-05-18T03:47:45Z</dcterms:modified>
</cp:coreProperties>
</file>