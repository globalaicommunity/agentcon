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1">
                <a:solidFill>
                  <a:srgbClr val="3B2E21"/>
                </a:solidFill>
                <a:latin typeface="Calibri"/>
              </a:rPr>
              <a:t>Empowering Developers with Next-Gen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Lee Stott</a:t>
            </a:r>
          </a:p>
        </p:txBody>
      </p:sp>
      <p:pic>
        <p:nvPicPr>
          <p:cNvPr id="27" name="Picture 26" descr="1c9bbf68-c609-4cf5-be4a-b38a21555cd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Lee Stott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