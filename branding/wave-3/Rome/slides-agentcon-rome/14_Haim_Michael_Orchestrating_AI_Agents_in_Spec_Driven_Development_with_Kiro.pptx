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3B2E21"/>
                </a:solidFill>
                <a:latin typeface="Calibri"/>
              </a:rPr>
              <a:t>Orchestrating AI Agents in Spec-Driven Development with Kiro 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Haim Michael</a:t>
            </a:r>
          </a:p>
        </p:txBody>
      </p:sp>
      <p:pic>
        <p:nvPicPr>
          <p:cNvPr id="27" name="Picture 26" descr="16271985-149a-411d-bebb-e9704df3815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Haim Michael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