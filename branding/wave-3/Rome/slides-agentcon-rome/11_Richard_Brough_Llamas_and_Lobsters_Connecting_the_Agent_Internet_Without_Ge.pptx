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Llamas and Lobsters - Connecting the Agent Internet Without Getting Pinched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Richard Brough</a:t>
            </a:r>
          </a:p>
        </p:txBody>
      </p:sp>
      <p:pic>
        <p:nvPicPr>
          <p:cNvPr id="27" name="Picture 26" descr="1fcc131a-2fc0-4c01-bd31-565b5010320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Richard Brough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