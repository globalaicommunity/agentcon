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6"/>
  </p:handoutMasterIdLst>
  <p:sldIdLst>
    <p:sldId id="256" r:id="rId2"/>
    <p:sldId id="261" r:id="rId17"/>
    <p:sldId id="257" r:id="rId4"/>
    <p:sldId id="258" r:id="rId5"/>
  </p:sldIdLst>
  <p:sldSz cx="12192000" cy="6858000"/>
  <p:notesSz cx="6858000" cy="9144000"/>
  <p:embeddedFontLst>
    <p:embeddedFont>
      <p:font typeface="Lufga" panose="020B060402020202020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83054-F4C2-424A-8A93-E6762100C500}" v="13" dt="2026-04-29T17:03:20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40" y="5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handoutMaster" Target="handoutMasters/handout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Caruso" userId="2a524389-027b-45cc-993a-a011ae8b4ab4" providerId="ADAL" clId="{9A1B51FE-38EF-4BAD-850F-7DAF2AF2C9A0}"/>
    <pc:docChg chg="undo custSel addSld delSld modSld">
      <pc:chgData name="Marco Caruso" userId="2a524389-027b-45cc-993a-a011ae8b4ab4" providerId="ADAL" clId="{9A1B51FE-38EF-4BAD-850F-7DAF2AF2C9A0}" dt="2026-04-29T17:03:56.602" v="59" actId="478"/>
      <pc:docMkLst>
        <pc:docMk/>
      </pc:docMkLst>
      <pc:sldChg chg="addSp delSp modSp mod">
        <pc:chgData name="Marco Caruso" userId="2a524389-027b-45cc-993a-a011ae8b4ab4" providerId="ADAL" clId="{9A1B51FE-38EF-4BAD-850F-7DAF2AF2C9A0}" dt="2026-04-29T16:37:16.494" v="43" actId="1076"/>
        <pc:sldMkLst>
          <pc:docMk/>
          <pc:sldMk cId="3470424561" sldId="256"/>
        </pc:sldMkLst>
        <pc:spChg chg="mod">
          <ac:chgData name="Marco Caruso" userId="2a524389-027b-45cc-993a-a011ae8b4ab4" providerId="ADAL" clId="{9A1B51FE-38EF-4BAD-850F-7DAF2AF2C9A0}" dt="2026-04-29T16:25:13.167" v="4" actId="20577"/>
          <ac:spMkLst>
            <pc:docMk/>
            <pc:sldMk cId="3470424561" sldId="256"/>
            <ac:spMk id="24" creationId="{0DD86411-84E4-2AF0-3ACF-D37FB98ADC75}"/>
          </ac:spMkLst>
        </pc:spChg>
        <pc:grpChg chg="mod">
          <ac:chgData name="Marco Caruso" userId="2a524389-027b-45cc-993a-a011ae8b4ab4" providerId="ADAL" clId="{9A1B51FE-38EF-4BAD-850F-7DAF2AF2C9A0}" dt="2026-04-29T16:37:07.766" v="40" actId="478"/>
          <ac:grpSpMkLst>
            <pc:docMk/>
            <pc:sldMk cId="3470424561" sldId="256"/>
            <ac:grpSpMk id="22" creationId="{000F17B5-0383-B905-6521-48AD16AF4659}"/>
          </ac:grpSpMkLst>
        </pc:grpChg>
        <pc:picChg chg="add mod">
          <ac:chgData name="Marco Caruso" userId="2a524389-027b-45cc-993a-a011ae8b4ab4" providerId="ADAL" clId="{9A1B51FE-38EF-4BAD-850F-7DAF2AF2C9A0}" dt="2026-04-29T16:36:44.423" v="32" actId="14100"/>
          <ac:picMkLst>
            <pc:docMk/>
            <pc:sldMk cId="3470424561" sldId="256"/>
            <ac:picMk id="3" creationId="{7394218A-9758-65F9-428F-F763E17A89F0}"/>
          </ac:picMkLst>
        </pc:picChg>
        <pc:picChg chg="add mod">
          <ac:chgData name="Marco Caruso" userId="2a524389-027b-45cc-993a-a011ae8b4ab4" providerId="ADAL" clId="{9A1B51FE-38EF-4BAD-850F-7DAF2AF2C9A0}" dt="2026-04-29T16:36:46.404" v="33" actId="1076"/>
          <ac:picMkLst>
            <pc:docMk/>
            <pc:sldMk cId="3470424561" sldId="256"/>
            <ac:picMk id="5" creationId="{F545B3FF-CB74-BC61-9926-47CB662354C3}"/>
          </ac:picMkLst>
        </pc:picChg>
        <pc:picChg chg="add mod">
          <ac:chgData name="Marco Caruso" userId="2a524389-027b-45cc-993a-a011ae8b4ab4" providerId="ADAL" clId="{9A1B51FE-38EF-4BAD-850F-7DAF2AF2C9A0}" dt="2026-04-29T16:37:16.494" v="43" actId="1076"/>
          <ac:picMkLst>
            <pc:docMk/>
            <pc:sldMk cId="3470424561" sldId="256"/>
            <ac:picMk id="9" creationId="{CE48F1A1-7414-48C5-34C4-53F8682D1D6F}"/>
          </ac:picMkLst>
        </pc:picChg>
        <pc:picChg chg="add 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9" creationId="{1F698EB9-6F0E-3955-741B-AC028830EAEB}"/>
          </ac:picMkLst>
        </pc:picChg>
        <pc:picChg chg="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21" creationId="{98AA9D08-177A-F4F5-5076-04853C88B3A3}"/>
          </ac:picMkLst>
        </pc:picChg>
        <pc:picChg chg="mod">
          <ac:chgData name="Marco Caruso" userId="2a524389-027b-45cc-993a-a011ae8b4ab4" providerId="ADAL" clId="{9A1B51FE-38EF-4BAD-850F-7DAF2AF2C9A0}" dt="2026-04-29T16:25:04.613" v="0" actId="14826"/>
          <ac:picMkLst>
            <pc:docMk/>
            <pc:sldMk cId="3470424561" sldId="256"/>
            <ac:picMk id="1026" creationId="{1805C1DE-7E66-FFB4-CA73-EDC51FE14ACE}"/>
          </ac:picMkLst>
        </pc:picChg>
        <pc:picChg chg="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032" creationId="{F52842F6-D2D4-5E13-4A62-A25AB7509ED0}"/>
          </ac:picMkLst>
        </pc:picChg>
        <pc:picChg chg="del mod">
          <ac:chgData name="Marco Caruso" userId="2a524389-027b-45cc-993a-a011ae8b4ab4" providerId="ADAL" clId="{9A1B51FE-38EF-4BAD-850F-7DAF2AF2C9A0}" dt="2026-04-29T16:32:42.857" v="14" actId="478"/>
          <ac:picMkLst>
            <pc:docMk/>
            <pc:sldMk cId="3470424561" sldId="256"/>
            <ac:picMk id="1034" creationId="{94E7ADAA-DE31-531D-066F-BC16FB2A1968}"/>
          </ac:picMkLst>
        </pc:picChg>
      </pc:sldChg>
      <pc:sldChg chg="addSp modSp mod">
        <pc:chgData name="Marco Caruso" userId="2a524389-027b-45cc-993a-a011ae8b4ab4" providerId="ADAL" clId="{9A1B51FE-38EF-4BAD-850F-7DAF2AF2C9A0}" dt="2026-04-29T16:38:19.049" v="50" actId="1076"/>
        <pc:sldMkLst>
          <pc:docMk/>
          <pc:sldMk cId="3471223862" sldId="257"/>
        </pc:sldMkLst>
        <pc:spChg chg="add mod">
          <ac:chgData name="Marco Caruso" userId="2a524389-027b-45cc-993a-a011ae8b4ab4" providerId="ADAL" clId="{9A1B51FE-38EF-4BAD-850F-7DAF2AF2C9A0}" dt="2026-04-29T16:38:05.108" v="47" actId="1076"/>
          <ac:spMkLst>
            <pc:docMk/>
            <pc:sldMk cId="3471223862" sldId="257"/>
            <ac:spMk id="4" creationId="{BB2193BF-4AF9-F700-AB72-CB0161C59266}"/>
          </ac:spMkLst>
        </pc:spChg>
        <pc:picChg chg="add mod">
          <ac:chgData name="Marco Caruso" userId="2a524389-027b-45cc-993a-a011ae8b4ab4" providerId="ADAL" clId="{9A1B51FE-38EF-4BAD-850F-7DAF2AF2C9A0}" dt="2026-04-29T16:38:19.049" v="50" actId="1076"/>
          <ac:picMkLst>
            <pc:docMk/>
            <pc:sldMk cId="3471223862" sldId="257"/>
            <ac:picMk id="3" creationId="{0503F4EE-E8D1-A39A-2232-D9A0B1637650}"/>
          </ac:picMkLst>
        </pc:picChg>
        <pc:picChg chg="mod">
          <ac:chgData name="Marco Caruso" userId="2a524389-027b-45cc-993a-a011ae8b4ab4" providerId="ADAL" clId="{9A1B51FE-38EF-4BAD-850F-7DAF2AF2C9A0}" dt="2026-04-29T16:37:54.812" v="45" actId="14826"/>
          <ac:picMkLst>
            <pc:docMk/>
            <pc:sldMk cId="3471223862" sldId="257"/>
            <ac:picMk id="5" creationId="{D07D52C0-F525-E838-9B6F-435F64F0A03E}"/>
          </ac:picMkLst>
        </pc:picChg>
        <pc:picChg chg="mod">
          <ac:chgData name="Marco Caruso" userId="2a524389-027b-45cc-993a-a011ae8b4ab4" providerId="ADAL" clId="{9A1B51FE-38EF-4BAD-850F-7DAF2AF2C9A0}" dt="2026-04-29T16:37:44.802" v="44" actId="14826"/>
          <ac:picMkLst>
            <pc:docMk/>
            <pc:sldMk cId="3471223862" sldId="257"/>
            <ac:picMk id="7" creationId="{E8CBE504-BC5E-7B89-6079-6FC62F92D6B1}"/>
          </ac:picMkLst>
        </pc:picChg>
      </pc:sldChg>
      <pc:sldChg chg="del">
        <pc:chgData name="Marco Caruso" userId="2a524389-027b-45cc-993a-a011ae8b4ab4" providerId="ADAL" clId="{9A1B51FE-38EF-4BAD-850F-7DAF2AF2C9A0}" dt="2026-04-29T16:38:32.013" v="51" actId="47"/>
        <pc:sldMkLst>
          <pc:docMk/>
          <pc:sldMk cId="95423409" sldId="259"/>
        </pc:sldMkLst>
      </pc:sldChg>
      <pc:sldChg chg="new del">
        <pc:chgData name="Marco Caruso" userId="2a524389-027b-45cc-993a-a011ae8b4ab4" providerId="ADAL" clId="{9A1B51FE-38EF-4BAD-850F-7DAF2AF2C9A0}" dt="2026-04-29T16:38:40.456" v="53" actId="47"/>
        <pc:sldMkLst>
          <pc:docMk/>
          <pc:sldMk cId="529168028" sldId="259"/>
        </pc:sldMkLst>
      </pc:sldChg>
      <pc:sldChg chg="new del">
        <pc:chgData name="Marco Caruso" userId="2a524389-027b-45cc-993a-a011ae8b4ab4" providerId="ADAL" clId="{9A1B51FE-38EF-4BAD-850F-7DAF2AF2C9A0}" dt="2026-04-29T17:03:15.322" v="56" actId="47"/>
        <pc:sldMkLst>
          <pc:docMk/>
          <pc:sldMk cId="562293127" sldId="259"/>
        </pc:sldMkLst>
      </pc:sldChg>
      <pc:sldChg chg="delSp modSp add mod">
        <pc:chgData name="Marco Caruso" userId="2a524389-027b-45cc-993a-a011ae8b4ab4" providerId="ADAL" clId="{9A1B51FE-38EF-4BAD-850F-7DAF2AF2C9A0}" dt="2026-04-29T17:03:56.602" v="59" actId="478"/>
        <pc:sldMkLst>
          <pc:docMk/>
          <pc:sldMk cId="3044196300" sldId="260"/>
        </pc:sldMkLst>
        <pc:spChg chg="del">
          <ac:chgData name="Marco Caruso" userId="2a524389-027b-45cc-993a-a011ae8b4ab4" providerId="ADAL" clId="{9A1B51FE-38EF-4BAD-850F-7DAF2AF2C9A0}" dt="2026-04-29T17:03:53.342" v="58" actId="478"/>
          <ac:spMkLst>
            <pc:docMk/>
            <pc:sldMk cId="3044196300" sldId="260"/>
            <ac:spMk id="8" creationId="{12D221D3-BD38-A8ED-6048-FFF805385DB7}"/>
          </ac:spMkLst>
        </pc:spChg>
        <pc:spChg chg="del">
          <ac:chgData name="Marco Caruso" userId="2a524389-027b-45cc-993a-a011ae8b4ab4" providerId="ADAL" clId="{9A1B51FE-38EF-4BAD-850F-7DAF2AF2C9A0}" dt="2026-04-29T17:03:56.602" v="59" actId="478"/>
          <ac:spMkLst>
            <pc:docMk/>
            <pc:sldMk cId="3044196300" sldId="260"/>
            <ac:spMk id="11" creationId="{165D5B74-FAEB-5492-BFF1-47E05EF78A4D}"/>
          </ac:spMkLst>
        </pc:spChg>
        <pc:picChg chg="mod">
          <ac:chgData name="Marco Caruso" userId="2a524389-027b-45cc-993a-a011ae8b4ab4" providerId="ADAL" clId="{9A1B51FE-38EF-4BAD-850F-7DAF2AF2C9A0}" dt="2026-04-29T17:03:20.010" v="57" actId="1076"/>
          <ac:picMkLst>
            <pc:docMk/>
            <pc:sldMk cId="3044196300" sldId="260"/>
            <ac:picMk id="1026" creationId="{B48EF60C-D670-9BBC-F7ED-353E8AD3CF3B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eg"/><Relationship Id="rId7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805C1DE-7E66-FFB4-CA73-EDC51FE14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79423" y="687574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DD5B3F-B5B8-1229-A3FF-B1499D509537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18D89-26EB-FE52-040C-E3BA800F3ADC}"/>
              </a:ext>
            </a:extLst>
          </p:cNvPr>
          <p:cNvSpPr txBox="1"/>
          <p:nvPr/>
        </p:nvSpPr>
        <p:spPr>
          <a:xfrm>
            <a:off x="2064774" y="4345761"/>
            <a:ext cx="839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Part of the </a:t>
            </a:r>
            <a:r>
              <a:rPr lang="en-US" b="1" dirty="0" err="1">
                <a:solidFill>
                  <a:srgbClr val="665649"/>
                </a:solidFill>
                <a:latin typeface="Lufga" panose="00000500000000000000" pitchFamily="50" charset="0"/>
              </a:rPr>
              <a:t>AgentCon</a:t>
            </a:r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 World Tour by the Global AI Community</a:t>
            </a:r>
            <a:endParaRPr lang="en-US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BDAA9-33A4-C69A-4680-7E745CF32044}"/>
              </a:ext>
            </a:extLst>
          </p:cNvPr>
          <p:cNvSpPr txBox="1"/>
          <p:nvPr/>
        </p:nvSpPr>
        <p:spPr>
          <a:xfrm>
            <a:off x="2966775" y="4693903"/>
            <a:ext cx="6591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0" dirty="0">
                <a:solidFill>
                  <a:srgbClr val="665649"/>
                </a:solidFill>
                <a:effectLst/>
                <a:latin typeface="Lufga" panose="00000500000000000000" pitchFamily="50" charset="0"/>
              </a:rPr>
              <a:t>AI Agents Developer Conference</a:t>
            </a:r>
            <a:endParaRPr lang="en-US" sz="3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0F17B5-0383-B905-6521-48AD16AF4659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F698EB9-6F0E-3955-741B-AC028830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98AA9D08-177A-F4F5-5076-04853C88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F2C676-7D78-FBA8-2C72-606D918200C3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86411-84E4-2AF0-3ACF-D37FB98ADC75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7394218A-9758-65F9-428F-F763E17A89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F545B3FF-CB74-BC61-9926-47CB662354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CE48F1A1-7414-48C5-34C4-53F8682D1D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2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D163-CD3C-EDC9-82ED-E7C9113B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48EF60C-D670-9BBC-F7ED-353E8AD3C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40883" y="51248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9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25D9-9EFA-C029-7C9A-7A113B49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Made Possible by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D52C0-F525-E838-9B6F-435F64F0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4928" y="4369962"/>
            <a:ext cx="2004786" cy="748036"/>
          </a:xfrm>
          <a:prstGeom prst="rect">
            <a:avLst/>
          </a:prstGeom>
        </p:spPr>
      </p:pic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3302B3EC-8C44-1009-30CA-48052F516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88" y="4473573"/>
            <a:ext cx="2482650" cy="718617"/>
          </a:xfrm>
          <a:prstGeom prst="rect">
            <a:avLst/>
          </a:prstGeom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E8CBE504-BC5E-7B89-6079-6FC62F92D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31584" y="2497984"/>
            <a:ext cx="2651477" cy="88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D8642C60-3FF5-C536-5521-012349436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81" y="2597669"/>
            <a:ext cx="3205264" cy="68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0FFD53-B0E6-80C3-E0A2-A9D4568196EC}"/>
              </a:ext>
            </a:extLst>
          </p:cNvPr>
          <p:cNvSpPr/>
          <p:nvPr/>
        </p:nvSpPr>
        <p:spPr>
          <a:xfrm>
            <a:off x="2349500" y="2273300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21BD47-E4C0-5447-0297-F91ACF23EC20}"/>
              </a:ext>
            </a:extLst>
          </p:cNvPr>
          <p:cNvSpPr/>
          <p:nvPr/>
        </p:nvSpPr>
        <p:spPr>
          <a:xfrm>
            <a:off x="6728126" y="22732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C34A35-D1D0-4165-5380-8B90C75429EC}"/>
              </a:ext>
            </a:extLst>
          </p:cNvPr>
          <p:cNvSpPr/>
          <p:nvPr/>
        </p:nvSpPr>
        <p:spPr>
          <a:xfrm>
            <a:off x="6728126" y="40811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AC8523-49CB-8629-88C5-52327673B87B}"/>
              </a:ext>
            </a:extLst>
          </p:cNvPr>
          <p:cNvSpPr/>
          <p:nvPr/>
        </p:nvSpPr>
        <p:spPr>
          <a:xfrm>
            <a:off x="2315997" y="408119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503F4EE-E8D1-A39A-2232-D9A0B16376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9714" y="5663686"/>
            <a:ext cx="2487571" cy="829189"/>
          </a:xfrm>
          <a:prstGeom prst="rect">
            <a:avLst/>
          </a:prstGeom>
        </p:spPr>
      </p:pic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BB2193BF-4AF9-F700-AB72-CB0161C59266}"/>
              </a:ext>
            </a:extLst>
          </p:cNvPr>
          <p:cNvSpPr/>
          <p:nvPr/>
        </p:nvSpPr>
        <p:spPr>
          <a:xfrm>
            <a:off x="4559714" y="544336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2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9CCF-9090-91FE-650B-10AF4A83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the AI Conversation </a:t>
            </a:r>
            <a:br>
              <a:rPr lang="en-US" dirty="0"/>
            </a:br>
            <a:r>
              <a:rPr lang="en-US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A960E958-EF62-2B2D-D095-EE577662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14" y="1720645"/>
            <a:ext cx="3774972" cy="3774972"/>
          </a:xfrm>
          <a:prstGeom prst="roundRect">
            <a:avLst>
              <a:gd name="adj" fmla="val 593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EF87EE-D864-6761-9D9D-049F009FEE34}"/>
              </a:ext>
            </a:extLst>
          </p:cNvPr>
          <p:cNvSpPr txBox="1"/>
          <p:nvPr/>
        </p:nvSpPr>
        <p:spPr>
          <a:xfrm>
            <a:off x="3805084" y="5690109"/>
            <a:ext cx="4935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</p:spTree>
    <p:extLst>
      <p:ext uri="{BB962C8B-B14F-4D97-AF65-F5344CB8AC3E}">
        <p14:creationId xmlns:p14="http://schemas.microsoft.com/office/powerpoint/2010/main" val="306257420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080" y="457200"/>
            <a:ext cx="1091184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800" b="1">
                <a:solidFill>
                  <a:srgbClr val="3B2E21"/>
                </a:solidFill>
                <a:latin typeface="Calibri"/>
              </a:rPr>
              <a:t>TypeAgent: From RAG to Structured RAG: Building Long-Context, Precise, and Fast AI Systems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828800"/>
            <a:ext cx="109118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>
                <a:solidFill>
                  <a:srgbClr val="D9A000"/>
                </a:solidFill>
                <a:latin typeface="Calibri"/>
              </a:rPr>
              <a:t>Bernhard Merkle</a:t>
            </a:r>
          </a:p>
        </p:txBody>
      </p:sp>
      <p:pic>
        <p:nvPicPr>
          <p:cNvPr id="27" name="Picture 26" descr="177f086e-42a6-4565-95af-332c7a05386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7280" y="2651760"/>
            <a:ext cx="2377440" cy="23774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07280" y="5074920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Calibri"/>
              </a:rPr>
              <a:t>Bernhard Merkle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40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Lufga</vt:lpstr>
      <vt:lpstr>Aptos</vt:lpstr>
      <vt:lpstr>Office Theme</vt:lpstr>
      <vt:lpstr>Presentazione standard di PowerPoint</vt:lpstr>
      <vt:lpstr>Presentazione standard di PowerPoint</vt:lpstr>
      <vt:lpstr>Made Possible by</vt:lpstr>
      <vt:lpstr>Join the AI Conversation  on Discord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Marco Caruso</cp:lastModifiedBy>
  <cp:revision>2</cp:revision>
  <dcterms:created xsi:type="dcterms:W3CDTF">2026-01-27T07:16:52Z</dcterms:created>
  <dcterms:modified xsi:type="dcterms:W3CDTF">2026-04-29T17:04:01Z</dcterms:modified>
</cp:coreProperties>
</file>