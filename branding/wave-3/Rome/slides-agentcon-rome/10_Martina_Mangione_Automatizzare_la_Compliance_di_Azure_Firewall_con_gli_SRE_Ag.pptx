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>
  <p:sldMasterIdLst>
    <p:sldMasterId id="2147483648" r:id="rId1"/>
  </p:sldMasterIdLst>
  <p:handoutMasterIdLst>
    <p:handoutMasterId r:id="rId6"/>
  </p:handoutMasterIdLst>
  <p:sldIdLst>
    <p:sldId id="256" r:id="rId2"/>
    <p:sldId id="261" r:id="rId17"/>
    <p:sldId id="257" r:id="rId4"/>
    <p:sldId id="258" r:id="rId5"/>
  </p:sldIdLst>
  <p:sldSz cx="12192000" cy="6858000"/>
  <p:notesSz cx="6858000" cy="9144000"/>
  <p:embeddedFontLst>
    <p:embeddedFont>
      <p:font typeface="Lufga" panose="020B0604020202020204" charset="0"/>
      <p:regular r:id="rId7"/>
      <p:bold r:id="rId8"/>
      <p:italic r:id="rId9"/>
      <p:boldItalic r:id="rId10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65649"/>
    <a:srgbClr val="DDD7C0"/>
    <a:srgbClr val="13211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C6583054-F4C2-424A-8A93-E6762100C500}" v="13" dt="2026-04-29T17:03:20.016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014" autoAdjust="0"/>
    <p:restoredTop sz="94660"/>
  </p:normalViewPr>
  <p:slideViewPr>
    <p:cSldViewPr snapToGrid="0">
      <p:cViewPr varScale="1">
        <p:scale>
          <a:sx n="84" d="100"/>
          <a:sy n="84" d="100"/>
        </p:scale>
        <p:origin x="40" y="584"/>
      </p:cViewPr>
      <p:guideLst/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85" d="100"/>
          <a:sy n="85" d="100"/>
        </p:scale>
        <p:origin x="3888" y="90"/>
      </p:cViewPr>
      <p:guideLst/>
    </p:cSldViewPr>
  </p:notes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handoutMaster" Target="handoutMasters/handoutMaster1.xml"/><Relationship Id="rId7" Type="http://schemas.openxmlformats.org/officeDocument/2006/relationships/font" Target="fonts/font1.fntdata"/><Relationship Id="rId8" Type="http://schemas.openxmlformats.org/officeDocument/2006/relationships/font" Target="fonts/font2.fntdata"/><Relationship Id="rId9" Type="http://schemas.openxmlformats.org/officeDocument/2006/relationships/font" Target="fonts/font3.fntdata"/><Relationship Id="rId10" Type="http://schemas.openxmlformats.org/officeDocument/2006/relationships/font" Target="fonts/font4.fntdata"/><Relationship Id="rId11" Type="http://schemas.openxmlformats.org/officeDocument/2006/relationships/presProps" Target="presProps.xml"/><Relationship Id="rId12" Type="http://schemas.openxmlformats.org/officeDocument/2006/relationships/viewProps" Target="viewProps.xml"/><Relationship Id="rId13" Type="http://schemas.openxmlformats.org/officeDocument/2006/relationships/theme" Target="theme/theme1.xml"/><Relationship Id="rId14" Type="http://schemas.openxmlformats.org/officeDocument/2006/relationships/tableStyles" Target="tableStyles.xml"/><Relationship Id="rId15" Type="http://schemas.microsoft.com/office/2016/11/relationships/changesInfo" Target="changesInfos/changesInfo1.xml"/><Relationship Id="rId16" Type="http://schemas.microsoft.com/office/2015/10/relationships/revisionInfo" Target="revisionInfo.xml"/><Relationship Id="rId17" Type="http://schemas.openxmlformats.org/officeDocument/2006/relationships/slide" Target="slides/slide5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Caruso" userId="2a524389-027b-45cc-993a-a011ae8b4ab4" providerId="ADAL" clId="{9A1B51FE-38EF-4BAD-850F-7DAF2AF2C9A0}"/>
    <pc:docChg chg="undo custSel addSld delSld modSld">
      <pc:chgData name="Marco Caruso" userId="2a524389-027b-45cc-993a-a011ae8b4ab4" providerId="ADAL" clId="{9A1B51FE-38EF-4BAD-850F-7DAF2AF2C9A0}" dt="2026-04-29T17:03:56.602" v="59" actId="478"/>
      <pc:docMkLst>
        <pc:docMk/>
      </pc:docMkLst>
      <pc:sldChg chg="addSp delSp modSp mod">
        <pc:chgData name="Marco Caruso" userId="2a524389-027b-45cc-993a-a011ae8b4ab4" providerId="ADAL" clId="{9A1B51FE-38EF-4BAD-850F-7DAF2AF2C9A0}" dt="2026-04-29T16:37:16.494" v="43" actId="1076"/>
        <pc:sldMkLst>
          <pc:docMk/>
          <pc:sldMk cId="3470424561" sldId="256"/>
        </pc:sldMkLst>
        <pc:spChg chg="mod">
          <ac:chgData name="Marco Caruso" userId="2a524389-027b-45cc-993a-a011ae8b4ab4" providerId="ADAL" clId="{9A1B51FE-38EF-4BAD-850F-7DAF2AF2C9A0}" dt="2026-04-29T16:25:13.167" v="4" actId="20577"/>
          <ac:spMkLst>
            <pc:docMk/>
            <pc:sldMk cId="3470424561" sldId="256"/>
            <ac:spMk id="24" creationId="{0DD86411-84E4-2AF0-3ACF-D37FB98ADC75}"/>
          </ac:spMkLst>
        </pc:spChg>
        <pc:grpChg chg="mod">
          <ac:chgData name="Marco Caruso" userId="2a524389-027b-45cc-993a-a011ae8b4ab4" providerId="ADAL" clId="{9A1B51FE-38EF-4BAD-850F-7DAF2AF2C9A0}" dt="2026-04-29T16:37:07.766" v="40" actId="478"/>
          <ac:grpSpMkLst>
            <pc:docMk/>
            <pc:sldMk cId="3470424561" sldId="256"/>
            <ac:grpSpMk id="22" creationId="{000F17B5-0383-B905-6521-48AD16AF4659}"/>
          </ac:grpSpMkLst>
        </pc:grpChg>
        <pc:picChg chg="add mod">
          <ac:chgData name="Marco Caruso" userId="2a524389-027b-45cc-993a-a011ae8b4ab4" providerId="ADAL" clId="{9A1B51FE-38EF-4BAD-850F-7DAF2AF2C9A0}" dt="2026-04-29T16:36:44.423" v="32" actId="14100"/>
          <ac:picMkLst>
            <pc:docMk/>
            <pc:sldMk cId="3470424561" sldId="256"/>
            <ac:picMk id="3" creationId="{7394218A-9758-65F9-428F-F763E17A89F0}"/>
          </ac:picMkLst>
        </pc:picChg>
        <pc:picChg chg="add mod">
          <ac:chgData name="Marco Caruso" userId="2a524389-027b-45cc-993a-a011ae8b4ab4" providerId="ADAL" clId="{9A1B51FE-38EF-4BAD-850F-7DAF2AF2C9A0}" dt="2026-04-29T16:36:46.404" v="33" actId="1076"/>
          <ac:picMkLst>
            <pc:docMk/>
            <pc:sldMk cId="3470424561" sldId="256"/>
            <ac:picMk id="5" creationId="{F545B3FF-CB74-BC61-9926-47CB662354C3}"/>
          </ac:picMkLst>
        </pc:picChg>
        <pc:picChg chg="add mod">
          <ac:chgData name="Marco Caruso" userId="2a524389-027b-45cc-993a-a011ae8b4ab4" providerId="ADAL" clId="{9A1B51FE-38EF-4BAD-850F-7DAF2AF2C9A0}" dt="2026-04-29T16:37:16.494" v="43" actId="1076"/>
          <ac:picMkLst>
            <pc:docMk/>
            <pc:sldMk cId="3470424561" sldId="256"/>
            <ac:picMk id="9" creationId="{CE48F1A1-7414-48C5-34C4-53F8682D1D6F}"/>
          </ac:picMkLst>
        </pc:picChg>
        <pc:picChg chg="add 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9" creationId="{1F698EB9-6F0E-3955-741B-AC028830EAEB}"/>
          </ac:picMkLst>
        </pc:picChg>
        <pc:picChg chg="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21" creationId="{98AA9D08-177A-F4F5-5076-04853C88B3A3}"/>
          </ac:picMkLst>
        </pc:picChg>
        <pc:picChg chg="mod">
          <ac:chgData name="Marco Caruso" userId="2a524389-027b-45cc-993a-a011ae8b4ab4" providerId="ADAL" clId="{9A1B51FE-38EF-4BAD-850F-7DAF2AF2C9A0}" dt="2026-04-29T16:25:04.613" v="0" actId="14826"/>
          <ac:picMkLst>
            <pc:docMk/>
            <pc:sldMk cId="3470424561" sldId="256"/>
            <ac:picMk id="1026" creationId="{1805C1DE-7E66-FFB4-CA73-EDC51FE14ACE}"/>
          </ac:picMkLst>
        </pc:picChg>
        <pc:picChg chg="del mod">
          <ac:chgData name="Marco Caruso" userId="2a524389-027b-45cc-993a-a011ae8b4ab4" providerId="ADAL" clId="{9A1B51FE-38EF-4BAD-850F-7DAF2AF2C9A0}" dt="2026-04-29T16:37:07.766" v="40" actId="478"/>
          <ac:picMkLst>
            <pc:docMk/>
            <pc:sldMk cId="3470424561" sldId="256"/>
            <ac:picMk id="1032" creationId="{F52842F6-D2D4-5E13-4A62-A25AB7509ED0}"/>
          </ac:picMkLst>
        </pc:picChg>
        <pc:picChg chg="del mod">
          <ac:chgData name="Marco Caruso" userId="2a524389-027b-45cc-993a-a011ae8b4ab4" providerId="ADAL" clId="{9A1B51FE-38EF-4BAD-850F-7DAF2AF2C9A0}" dt="2026-04-29T16:32:42.857" v="14" actId="478"/>
          <ac:picMkLst>
            <pc:docMk/>
            <pc:sldMk cId="3470424561" sldId="256"/>
            <ac:picMk id="1034" creationId="{94E7ADAA-DE31-531D-066F-BC16FB2A1968}"/>
          </ac:picMkLst>
        </pc:picChg>
      </pc:sldChg>
      <pc:sldChg chg="addSp modSp mod">
        <pc:chgData name="Marco Caruso" userId="2a524389-027b-45cc-993a-a011ae8b4ab4" providerId="ADAL" clId="{9A1B51FE-38EF-4BAD-850F-7DAF2AF2C9A0}" dt="2026-04-29T16:38:19.049" v="50" actId="1076"/>
        <pc:sldMkLst>
          <pc:docMk/>
          <pc:sldMk cId="3471223862" sldId="257"/>
        </pc:sldMkLst>
        <pc:spChg chg="add mod">
          <ac:chgData name="Marco Caruso" userId="2a524389-027b-45cc-993a-a011ae8b4ab4" providerId="ADAL" clId="{9A1B51FE-38EF-4BAD-850F-7DAF2AF2C9A0}" dt="2026-04-29T16:38:05.108" v="47" actId="1076"/>
          <ac:spMkLst>
            <pc:docMk/>
            <pc:sldMk cId="3471223862" sldId="257"/>
            <ac:spMk id="4" creationId="{BB2193BF-4AF9-F700-AB72-CB0161C59266}"/>
          </ac:spMkLst>
        </pc:spChg>
        <pc:picChg chg="add mod">
          <ac:chgData name="Marco Caruso" userId="2a524389-027b-45cc-993a-a011ae8b4ab4" providerId="ADAL" clId="{9A1B51FE-38EF-4BAD-850F-7DAF2AF2C9A0}" dt="2026-04-29T16:38:19.049" v="50" actId="1076"/>
          <ac:picMkLst>
            <pc:docMk/>
            <pc:sldMk cId="3471223862" sldId="257"/>
            <ac:picMk id="3" creationId="{0503F4EE-E8D1-A39A-2232-D9A0B1637650}"/>
          </ac:picMkLst>
        </pc:picChg>
        <pc:picChg chg="mod">
          <ac:chgData name="Marco Caruso" userId="2a524389-027b-45cc-993a-a011ae8b4ab4" providerId="ADAL" clId="{9A1B51FE-38EF-4BAD-850F-7DAF2AF2C9A0}" dt="2026-04-29T16:37:54.812" v="45" actId="14826"/>
          <ac:picMkLst>
            <pc:docMk/>
            <pc:sldMk cId="3471223862" sldId="257"/>
            <ac:picMk id="5" creationId="{D07D52C0-F525-E838-9B6F-435F64F0A03E}"/>
          </ac:picMkLst>
        </pc:picChg>
        <pc:picChg chg="mod">
          <ac:chgData name="Marco Caruso" userId="2a524389-027b-45cc-993a-a011ae8b4ab4" providerId="ADAL" clId="{9A1B51FE-38EF-4BAD-850F-7DAF2AF2C9A0}" dt="2026-04-29T16:37:44.802" v="44" actId="14826"/>
          <ac:picMkLst>
            <pc:docMk/>
            <pc:sldMk cId="3471223862" sldId="257"/>
            <ac:picMk id="7" creationId="{E8CBE504-BC5E-7B89-6079-6FC62F92D6B1}"/>
          </ac:picMkLst>
        </pc:picChg>
      </pc:sldChg>
      <pc:sldChg chg="del">
        <pc:chgData name="Marco Caruso" userId="2a524389-027b-45cc-993a-a011ae8b4ab4" providerId="ADAL" clId="{9A1B51FE-38EF-4BAD-850F-7DAF2AF2C9A0}" dt="2026-04-29T16:38:32.013" v="51" actId="47"/>
        <pc:sldMkLst>
          <pc:docMk/>
          <pc:sldMk cId="95423409" sldId="259"/>
        </pc:sldMkLst>
      </pc:sldChg>
      <pc:sldChg chg="new del">
        <pc:chgData name="Marco Caruso" userId="2a524389-027b-45cc-993a-a011ae8b4ab4" providerId="ADAL" clId="{9A1B51FE-38EF-4BAD-850F-7DAF2AF2C9A0}" dt="2026-04-29T16:38:40.456" v="53" actId="47"/>
        <pc:sldMkLst>
          <pc:docMk/>
          <pc:sldMk cId="529168028" sldId="259"/>
        </pc:sldMkLst>
      </pc:sldChg>
      <pc:sldChg chg="new del">
        <pc:chgData name="Marco Caruso" userId="2a524389-027b-45cc-993a-a011ae8b4ab4" providerId="ADAL" clId="{9A1B51FE-38EF-4BAD-850F-7DAF2AF2C9A0}" dt="2026-04-29T17:03:15.322" v="56" actId="47"/>
        <pc:sldMkLst>
          <pc:docMk/>
          <pc:sldMk cId="562293127" sldId="259"/>
        </pc:sldMkLst>
      </pc:sldChg>
      <pc:sldChg chg="delSp modSp add mod">
        <pc:chgData name="Marco Caruso" userId="2a524389-027b-45cc-993a-a011ae8b4ab4" providerId="ADAL" clId="{9A1B51FE-38EF-4BAD-850F-7DAF2AF2C9A0}" dt="2026-04-29T17:03:56.602" v="59" actId="478"/>
        <pc:sldMkLst>
          <pc:docMk/>
          <pc:sldMk cId="3044196300" sldId="260"/>
        </pc:sldMkLst>
        <pc:spChg chg="del">
          <ac:chgData name="Marco Caruso" userId="2a524389-027b-45cc-993a-a011ae8b4ab4" providerId="ADAL" clId="{9A1B51FE-38EF-4BAD-850F-7DAF2AF2C9A0}" dt="2026-04-29T17:03:53.342" v="58" actId="478"/>
          <ac:spMkLst>
            <pc:docMk/>
            <pc:sldMk cId="3044196300" sldId="260"/>
            <ac:spMk id="8" creationId="{12D221D3-BD38-A8ED-6048-FFF805385DB7}"/>
          </ac:spMkLst>
        </pc:spChg>
        <pc:spChg chg="del">
          <ac:chgData name="Marco Caruso" userId="2a524389-027b-45cc-993a-a011ae8b4ab4" providerId="ADAL" clId="{9A1B51FE-38EF-4BAD-850F-7DAF2AF2C9A0}" dt="2026-04-29T17:03:56.602" v="59" actId="478"/>
          <ac:spMkLst>
            <pc:docMk/>
            <pc:sldMk cId="3044196300" sldId="260"/>
            <ac:spMk id="11" creationId="{165D5B74-FAEB-5492-BFF1-47E05EF78A4D}"/>
          </ac:spMkLst>
        </pc:spChg>
        <pc:picChg chg="mod">
          <ac:chgData name="Marco Caruso" userId="2a524389-027b-45cc-993a-a011ae8b4ab4" providerId="ADAL" clId="{9A1B51FE-38EF-4BAD-850F-7DAF2AF2C9A0}" dt="2026-04-29T17:03:20.010" v="57" actId="1076"/>
          <ac:picMkLst>
            <pc:docMk/>
            <pc:sldMk cId="3044196300" sldId="260"/>
            <ac:picMk id="1026" creationId="{B48EF60C-D670-9BBC-F7ED-353E8AD3CF3B}"/>
          </ac:picMkLst>
        </pc:picChg>
      </pc:sldChg>
    </pc:docChg>
  </pc:docChgLst>
</pc:chgInfo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E85B94FC-C394-660C-315C-2CC6BFE5D75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DA7FDF9-F2C3-1D78-E928-EA2CC7C86746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A2E83D4-0712-4B80-9A04-DAA4D13CDEEA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B752DA-6700-D9D3-415A-36AA855FE15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05558E0-45CC-0E4C-EB32-643F62E12790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B0559A-D670-4967-8855-A892FB9B9430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052789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2DA7DCA-9B05-7609-52B3-05F8E7DCDF3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4C033DBA-F3FE-5686-FE62-ED0E7BCF120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1D1CAA-6E08-D0FA-1807-9EBBC3727E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488634D-DBAD-3296-AEB7-933993D445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E397187-6D2E-BB6D-76F9-07949E2BAD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80574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DD1D7B-AC56-2FE8-27D2-995423708AF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0D526F-2FEB-AE63-544C-F91CAAEA52A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DB4D70-52BC-19B1-41CD-5982044089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0BD85F9-09EC-9FD7-E247-DE60AF55E2F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05131B2-E759-BAC9-593A-A9A59DDC01D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5900587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F8665F4-2907-AEC7-746E-5A932191E67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75DA72A-5C10-766D-80C0-579AE29C714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6516EA6-2D5B-9A7E-B855-47737FFB283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40AC68A-2FEC-8CC4-7E0A-BA30B321DD5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88D1C26-3F57-D5E1-E0EC-AF7C8F3EF4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411948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118CFF-A2A3-439C-34E2-A6A87D1E14E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B55EB1F-3FDC-BEEF-7B79-31A3AF830F51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474DA9E-DC20-E015-883C-1AEB0FB956E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5D534F6-4D4F-20CC-3151-81E6C331C4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DF13762-0CDA-8AF3-907A-ED80A53134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89C546-A983-4F5D-2014-6A73DBA6470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3066934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2C6460-35C0-ACB8-1B64-BBBE4E3FB79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5ACEEE1-2131-62A7-EF22-E7B59A62B56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CE39260-F824-48DD-0829-9119B4D552F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32AAF36-CDD7-5696-1212-0EDCB271AB36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9AFB544-E93D-97DA-AD49-EF0CA8C35CB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6DF75BA-991E-206F-496C-DFD2707BDD7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88854900-E444-E153-AD7A-63021E2F8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CA68BA3-887A-6A1D-7C94-C769FD9577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8972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33E8D07-5FD8-A047-32B2-24F0FD1116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14DEDDC-6E7C-804A-9255-ABE3A2450B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D9664CB7-81BF-600A-AE0A-ECBA650F73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2BC6CA2-1CE3-7196-7478-E5063C2FF0B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7026613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77F4658-E9A1-B8B7-FF6A-E3CC58EC37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AB4538A-0898-047F-63F0-1645A59A4B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D0BDA6F-B33D-21C0-6F52-F1939F1067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18808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3F7DCB3-9E3A-279F-D7E9-4335834F86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F289BB8-E501-401E-6FA1-93A35211AF3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E89B6406-D51E-3CA4-F961-05B9C71D18F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56D33E94-FD8F-D103-6B89-8771800698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2DC1CC59-B9E0-EB9D-F3B2-8BB207A7EBE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1341619-2459-8EE5-F287-E5AC164F86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446076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978BCE5-04A6-B727-8271-2AAFA8E679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C0AC506D-45B8-E192-896D-0E8EBB61A36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593B607-5EE6-CBE1-EE48-8956A921F05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C7EB89C-0BBE-C2C6-8B1E-6C799981DE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CBB8A89-5098-FE3E-E298-A91389275F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BF9875D-3849-56F2-4636-58A0DC6B0AB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540980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6D2AB2-597E-DA67-891A-BED08852A43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F5DADA-E94A-32EE-4C97-F5824B323C4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7BCB63E-ABD9-3109-1C6D-FE923E30FE1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3C96D5B-B08C-796E-37C6-F5AF8E6AFB8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F8EDA9-9E14-503D-7FF0-DD6D669EB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93198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B2584C18-2515-20B1-2FD3-313B2CEAB2B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9EAEEA44-A443-120B-CCB5-BA86A6B7368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E7C17E-31E5-B960-B849-14134626E8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A53E416-76A8-C4BC-6692-4C07698134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045AD9D-13D2-1CDA-5A65-4868CC19F7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764650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" name="Picture 9" descr="A white background with a silhouette of a city&#10;&#10;AI-generated content may be incorrect.">
            <a:extLst>
              <a:ext uri="{FF2B5EF4-FFF2-40B4-BE49-F238E27FC236}">
                <a16:creationId xmlns:a16="http://schemas.microsoft.com/office/drawing/2014/main" id="{0D591352-A335-556D-CB16-F1246919D76C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38CE2467-CD3D-F64F-142C-16A5BF3701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100F78F-E5C4-55D8-CB66-DFDE0ACB08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CB2741-B1B4-D865-8FAD-8181F9826CF5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E070270-E84E-4A05-BDBE-19BEB135420D}" type="datetimeFigureOut">
              <a:rPr lang="en-US" smtClean="0"/>
              <a:t>4/29/2026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5AC9036-EAEE-B51C-9AA7-712E2182174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E86DD56-594F-EE1D-E153-75801EDBD43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1F5EB02-4E5E-45C1-8772-57042DB49DC1}" type="slidenum">
              <a:rPr lang="en-US" smtClean="0"/>
              <a:t>‹N›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20066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rgbClr val="665649"/>
          </a:solidFill>
          <a:latin typeface="Lufga" panose="00000500000000000000" pitchFamily="50" charset="0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Lufga" panose="00000500000000000000" pitchFamily="50" charset="0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5.png"/><Relationship Id="rId6" Type="http://schemas.openxmlformats.org/officeDocument/2006/relationships/image" Target="../media/image6.png"/><Relationship Id="rId7" Type="http://schemas.openxmlformats.org/officeDocument/2006/relationships/image" Target="../media/image7.jpe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7.jpeg"/><Relationship Id="rId3" Type="http://schemas.openxmlformats.org/officeDocument/2006/relationships/image" Target="../media/image4.png"/><Relationship Id="rId4" Type="http://schemas.openxmlformats.org/officeDocument/2006/relationships/image" Target="../media/image6.png"/><Relationship Id="rId5" Type="http://schemas.openxmlformats.org/officeDocument/2006/relationships/image" Target="../media/image9.png"/><Relationship Id="rId6" Type="http://schemas.openxmlformats.org/officeDocument/2006/relationships/image" Target="../media/image5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0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3" Type="http://schemas.openxmlformats.org/officeDocument/2006/relationships/image" Target="../media/image8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7.jpeg"/><Relationship Id="rId7" Type="http://schemas.openxmlformats.org/officeDocument/2006/relationships/image" Target="../media/image11.png"/><Relationship Id="rId8" Type="http://schemas.openxmlformats.org/officeDocument/2006/relationships/image" Target="../media/image12.jp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1805C1DE-7E66-FFB4-CA73-EDC51FE14AC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3379423" y="687574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AEDD5B3F-B5B8-1229-A3FF-B1499D509537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1EA18D89-26EB-FE52-040C-E3BA800F3ADC}"/>
              </a:ext>
            </a:extLst>
          </p:cNvPr>
          <p:cNvSpPr txBox="1"/>
          <p:nvPr/>
        </p:nvSpPr>
        <p:spPr>
          <a:xfrm>
            <a:off x="2064774" y="4345761"/>
            <a:ext cx="839587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Part of the </a:t>
            </a:r>
            <a:r>
              <a:rPr lang="en-US" b="1" dirty="0" err="1">
                <a:solidFill>
                  <a:srgbClr val="665649"/>
                </a:solidFill>
                <a:latin typeface="Lufga" panose="00000500000000000000" pitchFamily="50" charset="0"/>
              </a:rPr>
              <a:t>AgentCon</a:t>
            </a:r>
            <a:r>
              <a:rPr lang="en-US" b="1" dirty="0">
                <a:solidFill>
                  <a:srgbClr val="665649"/>
                </a:solidFill>
                <a:latin typeface="Lufga" panose="00000500000000000000" pitchFamily="50" charset="0"/>
              </a:rPr>
              <a:t> World Tour by the Global AI Community</a:t>
            </a:r>
            <a:endParaRPr lang="en-US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23BDAA9-33A4-C69A-4680-7E745CF32044}"/>
              </a:ext>
            </a:extLst>
          </p:cNvPr>
          <p:cNvSpPr txBox="1"/>
          <p:nvPr/>
        </p:nvSpPr>
        <p:spPr>
          <a:xfrm>
            <a:off x="2966775" y="4693903"/>
            <a:ext cx="6591869" cy="58477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3200" b="1" i="0" dirty="0">
                <a:solidFill>
                  <a:srgbClr val="665649"/>
                </a:solidFill>
                <a:effectLst/>
                <a:latin typeface="Lufga" panose="00000500000000000000" pitchFamily="50" charset="0"/>
              </a:rPr>
              <a:t>AI Agents Developer Conference</a:t>
            </a:r>
            <a:endParaRPr lang="en-US" sz="3200" dirty="0">
              <a:solidFill>
                <a:srgbClr val="665649"/>
              </a:solidFill>
              <a:latin typeface="Lufga" panose="00000500000000000000" pitchFamily="50" charset="0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000F17B5-0383-B905-6521-48AD16AF4659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F698EB9-6F0E-3955-741B-AC028830EAEB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98AA9D08-177A-F4F5-5076-04853C88B3A3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B6F2C676-7D78-FBA8-2C72-606D918200C3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0DD86411-84E4-2AF0-3ACF-D37FB98ADC75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7394218A-9758-65F9-428F-F763E17A89F0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F545B3FF-CB74-BC61-9926-47CB662354C3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CE48F1A1-7414-48C5-34C4-53F8682D1D6F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042456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00D163-CD3C-EDC9-82ED-E7C9113B04B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B48EF60C-D670-9BBC-F7ED-353E8AD3CF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7440883" y="51248"/>
            <a:ext cx="5433153" cy="305614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4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441963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88025D9-9EFA-C029-7C9A-7A113B49429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Made Possible by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D07D52C0-F525-E838-9B6F-435F64F0A0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2554928" y="4369962"/>
            <a:ext cx="2004786" cy="748036"/>
          </a:xfrm>
          <a:prstGeom prst="rect">
            <a:avLst/>
          </a:prstGeom>
        </p:spPr>
      </p:pic>
      <p:pic>
        <p:nvPicPr>
          <p:cNvPr id="6" name="Picture 5" descr="A close up of a logo&#10;&#10;AI-generated content may be incorrect.">
            <a:extLst>
              <a:ext uri="{FF2B5EF4-FFF2-40B4-BE49-F238E27FC236}">
                <a16:creationId xmlns:a16="http://schemas.microsoft.com/office/drawing/2014/main" id="{3302B3EC-8C44-1009-30CA-48052F5167DA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5588" y="4473573"/>
            <a:ext cx="2482650" cy="718617"/>
          </a:xfrm>
          <a:prstGeom prst="rect">
            <a:avLst/>
          </a:prstGeom>
        </p:spPr>
      </p:pic>
      <p:pic>
        <p:nvPicPr>
          <p:cNvPr id="7" name="Picture 8">
            <a:extLst>
              <a:ext uri="{FF2B5EF4-FFF2-40B4-BE49-F238E27FC236}">
                <a16:creationId xmlns:a16="http://schemas.microsoft.com/office/drawing/2014/main" id="{E8CBE504-BC5E-7B89-6079-6FC62F92D6B1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 bwMode="auto">
          <a:xfrm>
            <a:off x="2231584" y="2497984"/>
            <a:ext cx="2651477" cy="88382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10">
            <a:extLst>
              <a:ext uri="{FF2B5EF4-FFF2-40B4-BE49-F238E27FC236}">
                <a16:creationId xmlns:a16="http://schemas.microsoft.com/office/drawing/2014/main" id="{D8642C60-3FF5-C536-5521-012349436A6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934281" y="2597669"/>
            <a:ext cx="3205264" cy="6844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200FFD53-B0E6-80C3-E0A2-A9D4568196EC}"/>
              </a:ext>
            </a:extLst>
          </p:cNvPr>
          <p:cNvSpPr/>
          <p:nvPr/>
        </p:nvSpPr>
        <p:spPr>
          <a:xfrm>
            <a:off x="2349500" y="2273300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8C21BD47-E4C0-5447-0297-F91ACF23EC20}"/>
              </a:ext>
            </a:extLst>
          </p:cNvPr>
          <p:cNvSpPr/>
          <p:nvPr/>
        </p:nvSpPr>
        <p:spPr>
          <a:xfrm>
            <a:off x="6728126" y="22732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: Rounded Corners 10">
            <a:extLst>
              <a:ext uri="{FF2B5EF4-FFF2-40B4-BE49-F238E27FC236}">
                <a16:creationId xmlns:a16="http://schemas.microsoft.com/office/drawing/2014/main" id="{3EC34A35-D1D0-4165-5380-8B90C75429EC}"/>
              </a:ext>
            </a:extLst>
          </p:cNvPr>
          <p:cNvSpPr/>
          <p:nvPr/>
        </p:nvSpPr>
        <p:spPr>
          <a:xfrm>
            <a:off x="6728126" y="4081199"/>
            <a:ext cx="3673173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0AC8523-49CB-8629-88C5-52327673B87B}"/>
              </a:ext>
            </a:extLst>
          </p:cNvPr>
          <p:cNvSpPr/>
          <p:nvPr/>
        </p:nvSpPr>
        <p:spPr>
          <a:xfrm>
            <a:off x="2315997" y="408119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4">
            <a:extLst>
              <a:ext uri="{FF2B5EF4-FFF2-40B4-BE49-F238E27FC236}">
                <a16:creationId xmlns:a16="http://schemas.microsoft.com/office/drawing/2014/main" id="{0503F4EE-E8D1-A39A-2232-D9A0B1637650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4559714" y="5663686"/>
            <a:ext cx="2487571" cy="829189"/>
          </a:xfrm>
          <a:prstGeom prst="rect">
            <a:avLst/>
          </a:prstGeom>
        </p:spPr>
      </p:pic>
      <p:sp>
        <p:nvSpPr>
          <p:cNvPr id="4" name="Rectangle: Rounded Corners 11">
            <a:extLst>
              <a:ext uri="{FF2B5EF4-FFF2-40B4-BE49-F238E27FC236}">
                <a16:creationId xmlns:a16="http://schemas.microsoft.com/office/drawing/2014/main" id="{BB2193BF-4AF9-F700-AB72-CB0161C59266}"/>
              </a:ext>
            </a:extLst>
          </p:cNvPr>
          <p:cNvSpPr/>
          <p:nvPr/>
        </p:nvSpPr>
        <p:spPr>
          <a:xfrm>
            <a:off x="4559714" y="5443368"/>
            <a:ext cx="2482650" cy="1325563"/>
          </a:xfrm>
          <a:prstGeom prst="roundRect">
            <a:avLst/>
          </a:prstGeom>
          <a:noFill/>
          <a:ln w="38100">
            <a:solidFill>
              <a:srgbClr val="DDD7C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22386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57A9CCF-9090-91FE-650B-10AF4A8378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Join the AI Conversation </a:t>
            </a:r>
            <a:br>
              <a:rPr lang="en-US" dirty="0"/>
            </a:br>
            <a:r>
              <a:rPr lang="en-US" dirty="0"/>
              <a:t>on Discord</a:t>
            </a:r>
          </a:p>
        </p:txBody>
      </p:sp>
      <p:pic>
        <p:nvPicPr>
          <p:cNvPr id="4" name="Picture 3" descr="A qr code with circles and circles&#10;&#10;AI-generated content may be incorrect.">
            <a:extLst>
              <a:ext uri="{FF2B5EF4-FFF2-40B4-BE49-F238E27FC236}">
                <a16:creationId xmlns:a16="http://schemas.microsoft.com/office/drawing/2014/main" id="{A960E958-EF62-2B2D-D095-EE57766258A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08514" y="1720645"/>
            <a:ext cx="3774972" cy="3774972"/>
          </a:xfrm>
          <a:prstGeom prst="roundRect">
            <a:avLst>
              <a:gd name="adj" fmla="val 5932"/>
            </a:avLst>
          </a:prstGeom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E9EF87EE-D864-6761-9D9D-049F009FEE34}"/>
              </a:ext>
            </a:extLst>
          </p:cNvPr>
          <p:cNvSpPr txBox="1"/>
          <p:nvPr/>
        </p:nvSpPr>
        <p:spPr>
          <a:xfrm>
            <a:off x="3805084" y="5690109"/>
            <a:ext cx="4935486" cy="83099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4800" b="1" dirty="0">
                <a:solidFill>
                  <a:srgbClr val="665649"/>
                </a:solidFill>
                <a:latin typeface="Lufga" panose="00000500000000000000" pitchFamily="50" charset="0"/>
              </a:rPr>
              <a:t>gaic.io/discord</a:t>
            </a:r>
          </a:p>
        </p:txBody>
      </p:sp>
    </p:spTree>
    <p:extLst>
      <p:ext uri="{BB962C8B-B14F-4D97-AF65-F5344CB8AC3E}">
        <p14:creationId xmlns:p14="http://schemas.microsoft.com/office/powerpoint/2010/main" val="3062574203"/>
      </p:ext>
    </p:extLst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7" name="Rectangle 6">
            <a:extLst>
              <a:ext uri="{FF2B5EF4-FFF2-40B4-BE49-F238E27FC236}">
                <a16:creationId xmlns:a16="http://schemas.microsoft.com/office/drawing/2014/main" id="{36F96B1F-47D2-DF36-AA2E-2829CA039501}"/>
              </a:ext>
            </a:extLst>
          </p:cNvPr>
          <p:cNvSpPr/>
          <p:nvPr/>
        </p:nvSpPr>
        <p:spPr>
          <a:xfrm>
            <a:off x="0" y="6125498"/>
            <a:ext cx="12192000" cy="584774"/>
          </a:xfrm>
          <a:prstGeom prst="rect">
            <a:avLst/>
          </a:prstGeom>
          <a:solidFill>
            <a:srgbClr val="DDD7C0">
              <a:alpha val="50000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25003053-D0AE-BE01-FEB9-0F6B123F4026}"/>
              </a:ext>
            </a:extLst>
          </p:cNvPr>
          <p:cNvGrpSpPr/>
          <p:nvPr/>
        </p:nvGrpSpPr>
        <p:grpSpPr>
          <a:xfrm>
            <a:off x="2188901" y="6287509"/>
            <a:ext cx="3377277" cy="360904"/>
            <a:chOff x="2244886" y="5792299"/>
            <a:chExt cx="3377277" cy="360904"/>
          </a:xfrm>
        </p:grpSpPr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1BEE8809-E437-FEB1-F5D7-6AB29B4D6F22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rcRect/>
            <a:stretch/>
          </p:blipFill>
          <p:spPr>
            <a:xfrm>
              <a:off x="2244886" y="5805187"/>
              <a:ext cx="1555748" cy="330749"/>
            </a:xfrm>
            <a:prstGeom prst="rect">
              <a:avLst/>
            </a:prstGeom>
          </p:spPr>
        </p:pic>
        <p:pic>
          <p:nvPicPr>
            <p:cNvPr id="21" name="Picture 20" descr="A close up of a logo&#10;&#10;AI-generated content may be incorrect.">
              <a:extLst>
                <a:ext uri="{FF2B5EF4-FFF2-40B4-BE49-F238E27FC236}">
                  <a16:creationId xmlns:a16="http://schemas.microsoft.com/office/drawing/2014/main" id="{8EC85F26-5045-3F9E-409F-670D7B5ADF82}"/>
                </a:ext>
              </a:extLst>
            </p:cNvPr>
            <p:cNvPicPr>
              <a:picLocks noChangeAspect="1"/>
            </p:cNvPicPr>
            <p:nvPr/>
          </p:nvPicPr>
          <p:blipFill>
            <a:blip r:embed="rId3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4375326" y="5792299"/>
              <a:ext cx="1246837" cy="360904"/>
            </a:xfrm>
            <a:prstGeom prst="rect">
              <a:avLst/>
            </a:prstGeom>
          </p:spPr>
        </p:pic>
      </p:grpSp>
      <p:sp>
        <p:nvSpPr>
          <p:cNvPr id="23" name="Rectangle: Rounded Corners 22">
            <a:extLst>
              <a:ext uri="{FF2B5EF4-FFF2-40B4-BE49-F238E27FC236}">
                <a16:creationId xmlns:a16="http://schemas.microsoft.com/office/drawing/2014/main" id="{031BD1E6-4620-7D69-0FE2-88A84A9308AD}"/>
              </a:ext>
            </a:extLst>
          </p:cNvPr>
          <p:cNvSpPr/>
          <p:nvPr/>
        </p:nvSpPr>
        <p:spPr>
          <a:xfrm>
            <a:off x="4813300" y="5438499"/>
            <a:ext cx="2882900" cy="530501"/>
          </a:xfrm>
          <a:prstGeom prst="roundRect">
            <a:avLst/>
          </a:prstGeom>
          <a:solidFill>
            <a:srgbClr val="132110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A177671D-2281-E45B-B6A0-53F039CC3DCF}"/>
              </a:ext>
            </a:extLst>
          </p:cNvPr>
          <p:cNvSpPr txBox="1"/>
          <p:nvPr/>
        </p:nvSpPr>
        <p:spPr>
          <a:xfrm>
            <a:off x="4869630" y="5517422"/>
            <a:ext cx="26972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agentcon.city</a:t>
            </a:r>
            <a:r>
              <a:rPr lang="en-US" i="0" dirty="0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/</a:t>
            </a:r>
            <a:r>
              <a:rPr lang="en-US" i="0" dirty="0" err="1">
                <a:solidFill>
                  <a:srgbClr val="DDD7C0"/>
                </a:solidFill>
                <a:effectLst/>
                <a:latin typeface="Lufga" panose="00000500000000000000" pitchFamily="50" charset="0"/>
              </a:rPr>
              <a:t>rome</a:t>
            </a:r>
            <a:endParaRPr lang="en-US" dirty="0">
              <a:solidFill>
                <a:srgbClr val="DDD7C0"/>
              </a:solidFill>
              <a:latin typeface="Lufga" panose="00000500000000000000" pitchFamily="50" charset="0"/>
            </a:endParaRPr>
          </a:p>
        </p:txBody>
      </p:sp>
      <p:pic>
        <p:nvPicPr>
          <p:cNvPr id="3" name="Immagine 2" descr="CODE&#10;&#10;Il contenuto generato dall'IA potrebbe non essere corretto.">
            <a:extLst>
              <a:ext uri="{FF2B5EF4-FFF2-40B4-BE49-F238E27FC236}">
                <a16:creationId xmlns:a16="http://schemas.microsoft.com/office/drawing/2014/main" id="{26E26EFB-84ED-3EAD-4D7A-F01C847ED0B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69238" y="6167012"/>
            <a:ext cx="1333073" cy="444357"/>
          </a:xfrm>
          <a:prstGeom prst="rect">
            <a:avLst/>
          </a:prstGeom>
        </p:spPr>
      </p:pic>
      <p:pic>
        <p:nvPicPr>
          <p:cNvPr id="5" name="Immagine 4" descr="NEXT&#10;&#10;Il contenuto generato dall'IA potrebbe non essere corretto.">
            <a:extLst>
              <a:ext uri="{FF2B5EF4-FFF2-40B4-BE49-F238E27FC236}">
                <a16:creationId xmlns:a16="http://schemas.microsoft.com/office/drawing/2014/main" id="{A8ECE0BA-67F0-AD03-B423-AB0200CDC5D9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178989" y="6186788"/>
            <a:ext cx="1333073" cy="444358"/>
          </a:xfrm>
          <a:prstGeom prst="rect">
            <a:avLst/>
          </a:prstGeom>
        </p:spPr>
      </p:pic>
      <p:pic>
        <p:nvPicPr>
          <p:cNvPr id="9" name="Immagine 8" descr="BC Soft offers consulting services for information systems.&#10;&#10;Il contenuto generato dall'IA potrebbe non essere corretto.">
            <a:extLst>
              <a:ext uri="{FF2B5EF4-FFF2-40B4-BE49-F238E27FC236}">
                <a16:creationId xmlns:a16="http://schemas.microsoft.com/office/drawing/2014/main" id="{A191C2BF-6DD5-7029-C52D-30D2F8442C71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66015" y="6195706"/>
            <a:ext cx="1190909" cy="444358"/>
          </a:xfrm>
          <a:prstGeom prst="rect">
            <a:avLst/>
          </a:prstGeom>
        </p:spPr>
      </p:pic>
      <p:sp>
        <p:nvSpPr>
          <p:cNvPr id="25" name="TextBox 24"/>
          <p:cNvSpPr txBox="1"/>
          <p:nvPr/>
        </p:nvSpPr>
        <p:spPr>
          <a:xfrm>
            <a:off x="640080" y="457200"/>
            <a:ext cx="10911840" cy="137160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3200" b="1">
                <a:solidFill>
                  <a:srgbClr val="3B2E21"/>
                </a:solidFill>
                <a:latin typeface="Calibri"/>
              </a:rPr>
              <a:t>Automatizzare la Compliance di Azure Firewall con gli SRE Agent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40080" y="1828800"/>
            <a:ext cx="10911840" cy="54864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2200" b="1">
                <a:solidFill>
                  <a:srgbClr val="D9A000"/>
                </a:solidFill>
                <a:latin typeface="Calibri"/>
              </a:rPr>
              <a:t>Martina Mangione, Elisa Anzelmo</a:t>
            </a:r>
          </a:p>
        </p:txBody>
      </p:sp>
      <p:pic>
        <p:nvPicPr>
          <p:cNvPr id="27" name="Picture 26" descr="677e5040-69ac-43ed-8bb1-d9ba0b69aff7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535680" y="2651760"/>
            <a:ext cx="2377440" cy="2377440"/>
          </a:xfrm>
          <a:prstGeom prst="rect">
            <a:avLst/>
          </a:prstGeom>
        </p:spPr>
      </p:pic>
      <p:sp>
        <p:nvSpPr>
          <p:cNvPr id="28" name="TextBox 27"/>
          <p:cNvSpPr txBox="1"/>
          <p:nvPr/>
        </p:nvSpPr>
        <p:spPr>
          <a:xfrm>
            <a:off x="35356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Martina Mangione</a:t>
            </a:r>
          </a:p>
        </p:txBody>
      </p:sp>
      <p:pic>
        <p:nvPicPr>
          <p:cNvPr id="29" name="Picture 28" descr="2e45ee72-3d97-4b36-a5d7-257358319f82.jp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6278880" y="2651760"/>
            <a:ext cx="2377440" cy="2377440"/>
          </a:xfrm>
          <a:prstGeom prst="rect">
            <a:avLst/>
          </a:prstGeom>
        </p:spPr>
      </p:pic>
      <p:sp>
        <p:nvSpPr>
          <p:cNvPr id="30" name="TextBox 29"/>
          <p:cNvSpPr txBox="1"/>
          <p:nvPr/>
        </p:nvSpPr>
        <p:spPr>
          <a:xfrm>
            <a:off x="6278880" y="5074920"/>
            <a:ext cx="2377440" cy="365760"/>
          </a:xfrm>
          <a:prstGeom prst="rect">
            <a:avLst/>
          </a:prstGeom>
          <a:noFill/>
        </p:spPr>
        <p:txBody>
          <a:bodyPr wrap="square" anchor="ctr" lIns="45720" rIns="45720">
            <a:spAutoFit/>
          </a:bodyPr>
          <a:lstStyle/>
          <a:p>
            <a:pPr algn="ctr"/>
            <a:r>
              <a:rPr sz="1400" b="1">
                <a:solidFill>
                  <a:srgbClr val="1F1F1F"/>
                </a:solidFill>
                <a:latin typeface="Calibri"/>
              </a:rPr>
              <a:t>Elisa Anzelmo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133</TotalTime>
  <Words>40</Words>
  <Application>Microsoft Office PowerPoint</Application>
  <PresentationFormat>Widescreen</PresentationFormat>
  <Paragraphs>7</Paragraphs>
  <Slides>4</Slides>
  <Notes>0</Notes>
  <HiddenSlides>0</HiddenSlides>
  <MMClips>0</MMClips>
  <ScaleCrop>false</ScaleCrop>
  <HeadingPairs>
    <vt:vector size="6" baseType="variant">
      <vt:variant>
        <vt:lpstr>Caratteri utilizzati</vt:lpstr>
      </vt:variant>
      <vt:variant>
        <vt:i4>3</vt:i4>
      </vt:variant>
      <vt:variant>
        <vt:lpstr>Tema</vt:lpstr>
      </vt:variant>
      <vt:variant>
        <vt:i4>1</vt:i4>
      </vt:variant>
      <vt:variant>
        <vt:lpstr>Titoli diapositive</vt:lpstr>
      </vt:variant>
      <vt:variant>
        <vt:i4>4</vt:i4>
      </vt:variant>
    </vt:vector>
  </HeadingPairs>
  <TitlesOfParts>
    <vt:vector size="8" baseType="lpstr">
      <vt:lpstr>Arial</vt:lpstr>
      <vt:lpstr>Lufga</vt:lpstr>
      <vt:lpstr>Aptos</vt:lpstr>
      <vt:lpstr>Office Theme</vt:lpstr>
      <vt:lpstr>Presentazione standard di PowerPoint</vt:lpstr>
      <vt:lpstr>Presentazione standard di PowerPoint</vt:lpstr>
      <vt:lpstr>Made Possible by</vt:lpstr>
      <vt:lpstr>Join the AI Conversation  on Discord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Stephen Simon</dc:creator>
  <cp:lastModifiedBy>Marco Caruso</cp:lastModifiedBy>
  <cp:revision>2</cp:revision>
  <dcterms:created xsi:type="dcterms:W3CDTF">2026-01-27T07:16:52Z</dcterms:created>
  <dcterms:modified xsi:type="dcterms:W3CDTF">2026-04-29T17:04:01Z</dcterms:modified>
</cp:coreProperties>
</file>