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Realizzare agenti per il mondo Microsoft 365: da Agent Builder a Agent 365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Lorenzo Barbieri</a:t>
            </a:r>
          </a:p>
        </p:txBody>
      </p:sp>
      <p:pic>
        <p:nvPicPr>
          <p:cNvPr id="27" name="Picture 26" descr="4f9110a5-1657-4f34-bcc6-a8dc9467d6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Lorenzo Barbieri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