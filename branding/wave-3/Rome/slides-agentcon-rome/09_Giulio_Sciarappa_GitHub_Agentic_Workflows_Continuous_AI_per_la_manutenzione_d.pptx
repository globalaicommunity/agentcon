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handoutMasterIdLst>
    <p:handoutMasterId r:id="rId6"/>
  </p:handoutMasterIdLst>
  <p:sldIdLst>
    <p:sldId id="256" r:id="rId2"/>
    <p:sldId id="261" r:id="rId17"/>
    <p:sldId id="257" r:id="rId4"/>
    <p:sldId id="258" r:id="rId5"/>
  </p:sldIdLst>
  <p:sldSz cx="12192000" cy="6858000"/>
  <p:notesSz cx="6858000" cy="9144000"/>
  <p:embeddedFontLst>
    <p:embeddedFont>
      <p:font typeface="Lufga" panose="020B0604020202020204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5649"/>
    <a:srgbClr val="DDD7C0"/>
    <a:srgbClr val="1321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583054-F4C2-424A-8A93-E6762100C500}" v="13" dt="2026-04-29T17:03:20.0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84" d="100"/>
          <a:sy n="84" d="100"/>
        </p:scale>
        <p:origin x="40" y="5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handoutMaster" Target="handoutMasters/handout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microsoft.com/office/2015/10/relationships/revisionInfo" Target="revisionInfo.xml"/><Relationship Id="rId17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 Caruso" userId="2a524389-027b-45cc-993a-a011ae8b4ab4" providerId="ADAL" clId="{9A1B51FE-38EF-4BAD-850F-7DAF2AF2C9A0}"/>
    <pc:docChg chg="undo custSel addSld delSld modSld">
      <pc:chgData name="Marco Caruso" userId="2a524389-027b-45cc-993a-a011ae8b4ab4" providerId="ADAL" clId="{9A1B51FE-38EF-4BAD-850F-7DAF2AF2C9A0}" dt="2026-04-29T17:03:56.602" v="59" actId="478"/>
      <pc:docMkLst>
        <pc:docMk/>
      </pc:docMkLst>
      <pc:sldChg chg="addSp delSp modSp mod">
        <pc:chgData name="Marco Caruso" userId="2a524389-027b-45cc-993a-a011ae8b4ab4" providerId="ADAL" clId="{9A1B51FE-38EF-4BAD-850F-7DAF2AF2C9A0}" dt="2026-04-29T16:37:16.494" v="43" actId="1076"/>
        <pc:sldMkLst>
          <pc:docMk/>
          <pc:sldMk cId="3470424561" sldId="256"/>
        </pc:sldMkLst>
        <pc:spChg chg="mod">
          <ac:chgData name="Marco Caruso" userId="2a524389-027b-45cc-993a-a011ae8b4ab4" providerId="ADAL" clId="{9A1B51FE-38EF-4BAD-850F-7DAF2AF2C9A0}" dt="2026-04-29T16:25:13.167" v="4" actId="20577"/>
          <ac:spMkLst>
            <pc:docMk/>
            <pc:sldMk cId="3470424561" sldId="256"/>
            <ac:spMk id="24" creationId="{0DD86411-84E4-2AF0-3ACF-D37FB98ADC75}"/>
          </ac:spMkLst>
        </pc:spChg>
        <pc:grpChg chg="mod">
          <ac:chgData name="Marco Caruso" userId="2a524389-027b-45cc-993a-a011ae8b4ab4" providerId="ADAL" clId="{9A1B51FE-38EF-4BAD-850F-7DAF2AF2C9A0}" dt="2026-04-29T16:37:07.766" v="40" actId="478"/>
          <ac:grpSpMkLst>
            <pc:docMk/>
            <pc:sldMk cId="3470424561" sldId="256"/>
            <ac:grpSpMk id="22" creationId="{000F17B5-0383-B905-6521-48AD16AF4659}"/>
          </ac:grpSpMkLst>
        </pc:grpChg>
        <pc:picChg chg="add mod">
          <ac:chgData name="Marco Caruso" userId="2a524389-027b-45cc-993a-a011ae8b4ab4" providerId="ADAL" clId="{9A1B51FE-38EF-4BAD-850F-7DAF2AF2C9A0}" dt="2026-04-29T16:36:44.423" v="32" actId="14100"/>
          <ac:picMkLst>
            <pc:docMk/>
            <pc:sldMk cId="3470424561" sldId="256"/>
            <ac:picMk id="3" creationId="{7394218A-9758-65F9-428F-F763E17A89F0}"/>
          </ac:picMkLst>
        </pc:picChg>
        <pc:picChg chg="add mod">
          <ac:chgData name="Marco Caruso" userId="2a524389-027b-45cc-993a-a011ae8b4ab4" providerId="ADAL" clId="{9A1B51FE-38EF-4BAD-850F-7DAF2AF2C9A0}" dt="2026-04-29T16:36:46.404" v="33" actId="1076"/>
          <ac:picMkLst>
            <pc:docMk/>
            <pc:sldMk cId="3470424561" sldId="256"/>
            <ac:picMk id="5" creationId="{F545B3FF-CB74-BC61-9926-47CB662354C3}"/>
          </ac:picMkLst>
        </pc:picChg>
        <pc:picChg chg="add mod">
          <ac:chgData name="Marco Caruso" userId="2a524389-027b-45cc-993a-a011ae8b4ab4" providerId="ADAL" clId="{9A1B51FE-38EF-4BAD-850F-7DAF2AF2C9A0}" dt="2026-04-29T16:37:16.494" v="43" actId="1076"/>
          <ac:picMkLst>
            <pc:docMk/>
            <pc:sldMk cId="3470424561" sldId="256"/>
            <ac:picMk id="9" creationId="{CE48F1A1-7414-48C5-34C4-53F8682D1D6F}"/>
          </ac:picMkLst>
        </pc:picChg>
        <pc:picChg chg="add del mod">
          <ac:chgData name="Marco Caruso" userId="2a524389-027b-45cc-993a-a011ae8b4ab4" providerId="ADAL" clId="{9A1B51FE-38EF-4BAD-850F-7DAF2AF2C9A0}" dt="2026-04-29T16:37:07.766" v="40" actId="478"/>
          <ac:picMkLst>
            <pc:docMk/>
            <pc:sldMk cId="3470424561" sldId="256"/>
            <ac:picMk id="19" creationId="{1F698EB9-6F0E-3955-741B-AC028830EAEB}"/>
          </ac:picMkLst>
        </pc:picChg>
        <pc:picChg chg="mod">
          <ac:chgData name="Marco Caruso" userId="2a524389-027b-45cc-993a-a011ae8b4ab4" providerId="ADAL" clId="{9A1B51FE-38EF-4BAD-850F-7DAF2AF2C9A0}" dt="2026-04-29T16:37:07.766" v="40" actId="478"/>
          <ac:picMkLst>
            <pc:docMk/>
            <pc:sldMk cId="3470424561" sldId="256"/>
            <ac:picMk id="21" creationId="{98AA9D08-177A-F4F5-5076-04853C88B3A3}"/>
          </ac:picMkLst>
        </pc:picChg>
        <pc:picChg chg="mod">
          <ac:chgData name="Marco Caruso" userId="2a524389-027b-45cc-993a-a011ae8b4ab4" providerId="ADAL" clId="{9A1B51FE-38EF-4BAD-850F-7DAF2AF2C9A0}" dt="2026-04-29T16:25:04.613" v="0" actId="14826"/>
          <ac:picMkLst>
            <pc:docMk/>
            <pc:sldMk cId="3470424561" sldId="256"/>
            <ac:picMk id="1026" creationId="{1805C1DE-7E66-FFB4-CA73-EDC51FE14ACE}"/>
          </ac:picMkLst>
        </pc:picChg>
        <pc:picChg chg="del mod">
          <ac:chgData name="Marco Caruso" userId="2a524389-027b-45cc-993a-a011ae8b4ab4" providerId="ADAL" clId="{9A1B51FE-38EF-4BAD-850F-7DAF2AF2C9A0}" dt="2026-04-29T16:37:07.766" v="40" actId="478"/>
          <ac:picMkLst>
            <pc:docMk/>
            <pc:sldMk cId="3470424561" sldId="256"/>
            <ac:picMk id="1032" creationId="{F52842F6-D2D4-5E13-4A62-A25AB7509ED0}"/>
          </ac:picMkLst>
        </pc:picChg>
        <pc:picChg chg="del mod">
          <ac:chgData name="Marco Caruso" userId="2a524389-027b-45cc-993a-a011ae8b4ab4" providerId="ADAL" clId="{9A1B51FE-38EF-4BAD-850F-7DAF2AF2C9A0}" dt="2026-04-29T16:32:42.857" v="14" actId="478"/>
          <ac:picMkLst>
            <pc:docMk/>
            <pc:sldMk cId="3470424561" sldId="256"/>
            <ac:picMk id="1034" creationId="{94E7ADAA-DE31-531D-066F-BC16FB2A1968}"/>
          </ac:picMkLst>
        </pc:picChg>
      </pc:sldChg>
      <pc:sldChg chg="addSp modSp mod">
        <pc:chgData name="Marco Caruso" userId="2a524389-027b-45cc-993a-a011ae8b4ab4" providerId="ADAL" clId="{9A1B51FE-38EF-4BAD-850F-7DAF2AF2C9A0}" dt="2026-04-29T16:38:19.049" v="50" actId="1076"/>
        <pc:sldMkLst>
          <pc:docMk/>
          <pc:sldMk cId="3471223862" sldId="257"/>
        </pc:sldMkLst>
        <pc:spChg chg="add mod">
          <ac:chgData name="Marco Caruso" userId="2a524389-027b-45cc-993a-a011ae8b4ab4" providerId="ADAL" clId="{9A1B51FE-38EF-4BAD-850F-7DAF2AF2C9A0}" dt="2026-04-29T16:38:05.108" v="47" actId="1076"/>
          <ac:spMkLst>
            <pc:docMk/>
            <pc:sldMk cId="3471223862" sldId="257"/>
            <ac:spMk id="4" creationId="{BB2193BF-4AF9-F700-AB72-CB0161C59266}"/>
          </ac:spMkLst>
        </pc:spChg>
        <pc:picChg chg="add mod">
          <ac:chgData name="Marco Caruso" userId="2a524389-027b-45cc-993a-a011ae8b4ab4" providerId="ADAL" clId="{9A1B51FE-38EF-4BAD-850F-7DAF2AF2C9A0}" dt="2026-04-29T16:38:19.049" v="50" actId="1076"/>
          <ac:picMkLst>
            <pc:docMk/>
            <pc:sldMk cId="3471223862" sldId="257"/>
            <ac:picMk id="3" creationId="{0503F4EE-E8D1-A39A-2232-D9A0B1637650}"/>
          </ac:picMkLst>
        </pc:picChg>
        <pc:picChg chg="mod">
          <ac:chgData name="Marco Caruso" userId="2a524389-027b-45cc-993a-a011ae8b4ab4" providerId="ADAL" clId="{9A1B51FE-38EF-4BAD-850F-7DAF2AF2C9A0}" dt="2026-04-29T16:37:54.812" v="45" actId="14826"/>
          <ac:picMkLst>
            <pc:docMk/>
            <pc:sldMk cId="3471223862" sldId="257"/>
            <ac:picMk id="5" creationId="{D07D52C0-F525-E838-9B6F-435F64F0A03E}"/>
          </ac:picMkLst>
        </pc:picChg>
        <pc:picChg chg="mod">
          <ac:chgData name="Marco Caruso" userId="2a524389-027b-45cc-993a-a011ae8b4ab4" providerId="ADAL" clId="{9A1B51FE-38EF-4BAD-850F-7DAF2AF2C9A0}" dt="2026-04-29T16:37:44.802" v="44" actId="14826"/>
          <ac:picMkLst>
            <pc:docMk/>
            <pc:sldMk cId="3471223862" sldId="257"/>
            <ac:picMk id="7" creationId="{E8CBE504-BC5E-7B89-6079-6FC62F92D6B1}"/>
          </ac:picMkLst>
        </pc:picChg>
      </pc:sldChg>
      <pc:sldChg chg="del">
        <pc:chgData name="Marco Caruso" userId="2a524389-027b-45cc-993a-a011ae8b4ab4" providerId="ADAL" clId="{9A1B51FE-38EF-4BAD-850F-7DAF2AF2C9A0}" dt="2026-04-29T16:38:32.013" v="51" actId="47"/>
        <pc:sldMkLst>
          <pc:docMk/>
          <pc:sldMk cId="95423409" sldId="259"/>
        </pc:sldMkLst>
      </pc:sldChg>
      <pc:sldChg chg="new del">
        <pc:chgData name="Marco Caruso" userId="2a524389-027b-45cc-993a-a011ae8b4ab4" providerId="ADAL" clId="{9A1B51FE-38EF-4BAD-850F-7DAF2AF2C9A0}" dt="2026-04-29T16:38:40.456" v="53" actId="47"/>
        <pc:sldMkLst>
          <pc:docMk/>
          <pc:sldMk cId="529168028" sldId="259"/>
        </pc:sldMkLst>
      </pc:sldChg>
      <pc:sldChg chg="new del">
        <pc:chgData name="Marco Caruso" userId="2a524389-027b-45cc-993a-a011ae8b4ab4" providerId="ADAL" clId="{9A1B51FE-38EF-4BAD-850F-7DAF2AF2C9A0}" dt="2026-04-29T17:03:15.322" v="56" actId="47"/>
        <pc:sldMkLst>
          <pc:docMk/>
          <pc:sldMk cId="562293127" sldId="259"/>
        </pc:sldMkLst>
      </pc:sldChg>
      <pc:sldChg chg="delSp modSp add mod">
        <pc:chgData name="Marco Caruso" userId="2a524389-027b-45cc-993a-a011ae8b4ab4" providerId="ADAL" clId="{9A1B51FE-38EF-4BAD-850F-7DAF2AF2C9A0}" dt="2026-04-29T17:03:56.602" v="59" actId="478"/>
        <pc:sldMkLst>
          <pc:docMk/>
          <pc:sldMk cId="3044196300" sldId="260"/>
        </pc:sldMkLst>
        <pc:spChg chg="del">
          <ac:chgData name="Marco Caruso" userId="2a524389-027b-45cc-993a-a011ae8b4ab4" providerId="ADAL" clId="{9A1B51FE-38EF-4BAD-850F-7DAF2AF2C9A0}" dt="2026-04-29T17:03:53.342" v="58" actId="478"/>
          <ac:spMkLst>
            <pc:docMk/>
            <pc:sldMk cId="3044196300" sldId="260"/>
            <ac:spMk id="8" creationId="{12D221D3-BD38-A8ED-6048-FFF805385DB7}"/>
          </ac:spMkLst>
        </pc:spChg>
        <pc:spChg chg="del">
          <ac:chgData name="Marco Caruso" userId="2a524389-027b-45cc-993a-a011ae8b4ab4" providerId="ADAL" clId="{9A1B51FE-38EF-4BAD-850F-7DAF2AF2C9A0}" dt="2026-04-29T17:03:56.602" v="59" actId="478"/>
          <ac:spMkLst>
            <pc:docMk/>
            <pc:sldMk cId="3044196300" sldId="260"/>
            <ac:spMk id="11" creationId="{165D5B74-FAEB-5492-BFF1-47E05EF78A4D}"/>
          </ac:spMkLst>
        </pc:spChg>
        <pc:picChg chg="mod">
          <ac:chgData name="Marco Caruso" userId="2a524389-027b-45cc-993a-a011ae8b4ab4" providerId="ADAL" clId="{9A1B51FE-38EF-4BAD-850F-7DAF2AF2C9A0}" dt="2026-04-29T17:03:20.010" v="57" actId="1076"/>
          <ac:picMkLst>
            <pc:docMk/>
            <pc:sldMk cId="3044196300" sldId="260"/>
            <ac:picMk id="1026" creationId="{B48EF60C-D670-9BBC-F7ED-353E8AD3CF3B}"/>
          </ac:picMkLst>
        </pc:pic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5B94FC-C394-660C-315C-2CC6BFE5D7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7FDF9-F2C3-1D78-E928-EA2CC7C867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E83D4-0712-4B80-9A04-DAA4D13CDEE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B752DA-6700-D9D3-415A-36AA855FE1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5558E0-45CC-0E4C-EB32-643F62E127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B0559A-D670-4967-8855-A892FB9B9430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5278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7DCA-9B05-7609-52B3-05F8E7DCD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033DBA-F3FE-5686-FE62-ED0E7BCF1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D1CAA-6E08-D0FA-1807-9EBBC372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8634D-DBAD-3296-AEB7-933993D44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97187-6D2E-BB6D-76F9-07949E2BA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057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D1D7B-AC56-2FE8-27D2-99542370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D526F-2FEB-AE63-544C-F91CAAEA5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D70-52BC-19B1-41CD-598204408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D85F9-09EC-9FD7-E247-DE60AF55E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131B2-E759-BAC9-593A-A9A59DDC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05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665F4-2907-AEC7-746E-5A932191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DA72A-5C10-766D-80C0-579AE29C7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16EA6-2D5B-9A7E-B855-47737FFB2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AC68A-2FEC-8CC4-7E0A-BA30B321D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D1C26-3F57-D5E1-E0EC-AF7C8F3E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19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8CFF-A2A3-439C-34E2-A6A87D1E1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5EB1F-3FDC-BEEF-7B79-31A3AF830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4DA9E-DC20-E015-883C-1AEB0FB95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534F6-4D4F-20CC-3151-81E6C331C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13762-0CDA-8AF3-907A-ED80A531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9C546-A983-4F5D-2014-6A73DBA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669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C6460-35C0-ACB8-1B64-BBBE4E3FB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CEEE1-2131-62A7-EF22-E7B59A62B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39260-F824-48DD-0829-9119B4D55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AAF36-CDD7-5696-1212-0EDCB271A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AFB544-E93D-97DA-AD49-EF0CA8C35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DF75BA-991E-206F-496C-DFD2707BD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854900-E444-E153-AD7A-63021E2F8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68BA3-887A-6A1D-7C94-C769FD957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789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E8D07-5FD8-A047-32B2-24F0FD111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4DEDDC-6E7C-804A-9255-ABE3A2450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664CB7-81BF-600A-AE0A-ECBA650F7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C6CA2-1CE3-7196-7478-E5063C2FF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266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F4658-E9A1-B8B7-FF6A-E3CC58EC3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B4538A-0898-047F-63F0-1645A59A4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DA6F-B33D-21C0-6F52-F1939F10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880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7DCB3-9E3A-279F-D7E9-4335834F8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89BB8-E501-401E-6FA1-93A35211A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9B6406-D51E-3CA4-F961-05B9C71D1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33E94-FD8F-D103-6B89-87718006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1CC59-B9E0-EB9D-F3B2-8BB207A7E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41619-2459-8EE5-F287-E5AC164F8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460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8BCE5-04A6-B727-8271-2AAFA8E6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AC506D-45B8-E192-896D-0E8EBB61A3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93B607-5EE6-CBE1-EE48-8956A921F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EB89C-0BBE-C2C6-8B1E-6C799981D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B8A89-5098-FE3E-E298-A91389275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9875D-3849-56F2-4636-58A0DC6B0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09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D2AB2-597E-DA67-891A-BED08852A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5DADA-E94A-32EE-4C97-F5824B323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CB63E-ABD9-3109-1C6D-FE923E30F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96D5B-B08C-796E-37C6-F5AF8E6AF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8EDA9-9E14-503D-7FF0-DD6D669EB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19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584C18-2515-20B1-2FD3-313B2CEAB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AEEA44-A443-120B-CCB5-BA86A6B73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7C17E-31E5-B960-B849-14134626E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3E416-76A8-C4BC-6692-4C0769813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5AD9D-13D2-1CDA-5A65-4868CC19F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646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background with a silhouette of a city&#10;&#10;AI-generated content may be incorrect.">
            <a:extLst>
              <a:ext uri="{FF2B5EF4-FFF2-40B4-BE49-F238E27FC236}">
                <a16:creationId xmlns:a16="http://schemas.microsoft.com/office/drawing/2014/main" id="{0D591352-A335-556D-CB16-F1246919D76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CE2467-CD3D-F64F-142C-16A5BF370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0F78F-E5C4-55D8-CB66-DFDE0ACB0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B2741-B1B4-D865-8FAD-8181F9826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C9036-EAEE-B51C-9AA7-712E21821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6DD56-594F-EE1D-E153-75801EDBD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06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65649"/>
          </a:solidFill>
          <a:latin typeface="Lufga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jpeg"/><Relationship Id="rId7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805C1DE-7E66-FFB4-CA73-EDC51FE14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379423" y="687574"/>
            <a:ext cx="5433153" cy="3056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EDD5B3F-B5B8-1229-A3FF-B1499D509537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A18D89-26EB-FE52-040C-E3BA800F3ADC}"/>
              </a:ext>
            </a:extLst>
          </p:cNvPr>
          <p:cNvSpPr txBox="1"/>
          <p:nvPr/>
        </p:nvSpPr>
        <p:spPr>
          <a:xfrm>
            <a:off x="2064774" y="4345761"/>
            <a:ext cx="8395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665649"/>
                </a:solidFill>
                <a:latin typeface="Lufga" panose="00000500000000000000" pitchFamily="50" charset="0"/>
              </a:rPr>
              <a:t>Part of the </a:t>
            </a:r>
            <a:r>
              <a:rPr lang="en-US" b="1" dirty="0" err="1">
                <a:solidFill>
                  <a:srgbClr val="665649"/>
                </a:solidFill>
                <a:latin typeface="Lufga" panose="00000500000000000000" pitchFamily="50" charset="0"/>
              </a:rPr>
              <a:t>AgentCon</a:t>
            </a:r>
            <a:r>
              <a:rPr lang="en-US" b="1" dirty="0">
                <a:solidFill>
                  <a:srgbClr val="665649"/>
                </a:solidFill>
                <a:latin typeface="Lufga" panose="00000500000000000000" pitchFamily="50" charset="0"/>
              </a:rPr>
              <a:t> World Tour by the Global AI Community</a:t>
            </a:r>
            <a:endParaRPr lang="en-US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3BDAA9-33A4-C69A-4680-7E745CF32044}"/>
              </a:ext>
            </a:extLst>
          </p:cNvPr>
          <p:cNvSpPr txBox="1"/>
          <p:nvPr/>
        </p:nvSpPr>
        <p:spPr>
          <a:xfrm>
            <a:off x="2966775" y="4693903"/>
            <a:ext cx="65918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0" dirty="0">
                <a:solidFill>
                  <a:srgbClr val="665649"/>
                </a:solidFill>
                <a:effectLst/>
                <a:latin typeface="Lufga" panose="00000500000000000000" pitchFamily="50" charset="0"/>
              </a:rPr>
              <a:t>AI Agents Developer Conference</a:t>
            </a:r>
            <a:endParaRPr lang="en-US" sz="3200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00F17B5-0383-B905-6521-48AD16AF4659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F698EB9-6F0E-3955-741B-AC028830EA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98AA9D08-177A-F4F5-5076-04853C88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6F2C676-7D78-FBA8-2C72-606D918200C3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D86411-84E4-2AF0-3ACF-D37FB98ADC75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7394218A-9758-65F9-428F-F763E17A89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F545B3FF-CB74-BC61-9926-47CB662354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CE48F1A1-7414-48C5-34C4-53F8682D1D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424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0D163-CD3C-EDC9-82ED-E7C9113B0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48EF60C-D670-9BBC-F7ED-353E8AD3C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440883" y="51248"/>
            <a:ext cx="5433153" cy="3056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6F96B1F-47D2-DF36-AA2E-2829CA039501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5003053-D0AE-BE01-FEB9-0F6B123F4026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BEE8809-E437-FEB1-F5D7-6AB29B4D6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8EC85F26-5045-3F9E-409F-670D7B5AD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31BD1E6-4620-7D69-0FE2-88A84A9308AD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77671D-2281-E45B-B6A0-53F039CC3DCF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26E26EFB-84ED-3EAD-4D7A-F01C847ED0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A8ECE0BA-67F0-AD03-B423-AB0200CDC5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A191C2BF-6DD5-7029-C52D-30D2F8442C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196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025D9-9EFA-C029-7C9A-7A113B494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Made Possible by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7D52C0-F525-E838-9B6F-435F64F0A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54928" y="4369962"/>
            <a:ext cx="2004786" cy="748036"/>
          </a:xfrm>
          <a:prstGeom prst="rect">
            <a:avLst/>
          </a:prstGeom>
        </p:spPr>
      </p:pic>
      <p:pic>
        <p:nvPicPr>
          <p:cNvPr id="6" name="Picture 5" descr="A close up of a logo&#10;&#10;AI-generated content may be incorrect.">
            <a:extLst>
              <a:ext uri="{FF2B5EF4-FFF2-40B4-BE49-F238E27FC236}">
                <a16:creationId xmlns:a16="http://schemas.microsoft.com/office/drawing/2014/main" id="{3302B3EC-8C44-1009-30CA-48052F5167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588" y="4473573"/>
            <a:ext cx="2482650" cy="718617"/>
          </a:xfrm>
          <a:prstGeom prst="rect">
            <a:avLst/>
          </a:prstGeom>
        </p:spPr>
      </p:pic>
      <p:pic>
        <p:nvPicPr>
          <p:cNvPr id="7" name="Picture 8">
            <a:extLst>
              <a:ext uri="{FF2B5EF4-FFF2-40B4-BE49-F238E27FC236}">
                <a16:creationId xmlns:a16="http://schemas.microsoft.com/office/drawing/2014/main" id="{E8CBE504-BC5E-7B89-6079-6FC62F92D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231584" y="2497984"/>
            <a:ext cx="2651477" cy="88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D8642C60-3FF5-C536-5521-012349436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81" y="2597669"/>
            <a:ext cx="3205264" cy="684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00FFD53-B0E6-80C3-E0A2-A9D4568196EC}"/>
              </a:ext>
            </a:extLst>
          </p:cNvPr>
          <p:cNvSpPr/>
          <p:nvPr/>
        </p:nvSpPr>
        <p:spPr>
          <a:xfrm>
            <a:off x="2349500" y="2273300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C21BD47-E4C0-5447-0297-F91ACF23EC20}"/>
              </a:ext>
            </a:extLst>
          </p:cNvPr>
          <p:cNvSpPr/>
          <p:nvPr/>
        </p:nvSpPr>
        <p:spPr>
          <a:xfrm>
            <a:off x="6728126" y="2273299"/>
            <a:ext cx="3673173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EC34A35-D1D0-4165-5380-8B90C75429EC}"/>
              </a:ext>
            </a:extLst>
          </p:cNvPr>
          <p:cNvSpPr/>
          <p:nvPr/>
        </p:nvSpPr>
        <p:spPr>
          <a:xfrm>
            <a:off x="6728126" y="4081199"/>
            <a:ext cx="3673173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0AC8523-49CB-8629-88C5-52327673B87B}"/>
              </a:ext>
            </a:extLst>
          </p:cNvPr>
          <p:cNvSpPr/>
          <p:nvPr/>
        </p:nvSpPr>
        <p:spPr>
          <a:xfrm>
            <a:off x="2315997" y="4081198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0503F4EE-E8D1-A39A-2232-D9A0B16376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59714" y="5663686"/>
            <a:ext cx="2487571" cy="829189"/>
          </a:xfrm>
          <a:prstGeom prst="rect">
            <a:avLst/>
          </a:prstGeom>
        </p:spPr>
      </p:pic>
      <p:sp>
        <p:nvSpPr>
          <p:cNvPr id="4" name="Rectangle: Rounded Corners 11">
            <a:extLst>
              <a:ext uri="{FF2B5EF4-FFF2-40B4-BE49-F238E27FC236}">
                <a16:creationId xmlns:a16="http://schemas.microsoft.com/office/drawing/2014/main" id="{BB2193BF-4AF9-F700-AB72-CB0161C59266}"/>
              </a:ext>
            </a:extLst>
          </p:cNvPr>
          <p:cNvSpPr/>
          <p:nvPr/>
        </p:nvSpPr>
        <p:spPr>
          <a:xfrm>
            <a:off x="4559714" y="5443368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223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A9CCF-9090-91FE-650B-10AF4A837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the AI Conversation </a:t>
            </a:r>
            <a:br>
              <a:rPr lang="en-US" dirty="0"/>
            </a:br>
            <a:r>
              <a:rPr lang="en-US" dirty="0"/>
              <a:t>on Discord</a:t>
            </a:r>
          </a:p>
        </p:txBody>
      </p:sp>
      <p:pic>
        <p:nvPicPr>
          <p:cNvPr id="4" name="Picture 3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A960E958-EF62-2B2D-D095-EE5776625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514" y="1720645"/>
            <a:ext cx="3774972" cy="3774972"/>
          </a:xfrm>
          <a:prstGeom prst="roundRect">
            <a:avLst>
              <a:gd name="adj" fmla="val 5932"/>
            </a:avLst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EF87EE-D864-6761-9D9D-049F009FEE34}"/>
              </a:ext>
            </a:extLst>
          </p:cNvPr>
          <p:cNvSpPr txBox="1"/>
          <p:nvPr/>
        </p:nvSpPr>
        <p:spPr>
          <a:xfrm>
            <a:off x="3805084" y="5690109"/>
            <a:ext cx="49354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665649"/>
                </a:solidFill>
                <a:latin typeface="Lufga" panose="00000500000000000000" pitchFamily="50" charset="0"/>
              </a:rPr>
              <a:t>gaic.io/discord</a:t>
            </a:r>
          </a:p>
        </p:txBody>
      </p:sp>
    </p:spTree>
    <p:extLst>
      <p:ext uri="{BB962C8B-B14F-4D97-AF65-F5344CB8AC3E}">
        <p14:creationId xmlns:p14="http://schemas.microsoft.com/office/powerpoint/2010/main" val="3062574203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>
            <a:extLst>
              <a:ext uri="{FF2B5EF4-FFF2-40B4-BE49-F238E27FC236}">
                <a16:creationId xmlns:a16="http://schemas.microsoft.com/office/drawing/2014/main" id="{36F96B1F-47D2-DF36-AA2E-2829CA039501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5003053-D0AE-BE01-FEB9-0F6B123F4026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BEE8809-E437-FEB1-F5D7-6AB29B4D6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8EC85F26-5045-3F9E-409F-670D7B5AD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31BD1E6-4620-7D69-0FE2-88A84A9308AD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77671D-2281-E45B-B6A0-53F039CC3DCF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26E26EFB-84ED-3EAD-4D7A-F01C847ED0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A8ECE0BA-67F0-AD03-B423-AB0200CDC5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A191C2BF-6DD5-7029-C52D-30D2F8442C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0080" y="457200"/>
            <a:ext cx="1091184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800" b="1">
                <a:solidFill>
                  <a:srgbClr val="3B2E21"/>
                </a:solidFill>
                <a:latin typeface="Calibri"/>
              </a:rPr>
              <a:t>GitHub Agentic Workflows: Continuous AI per la manutenzione del software che non dorme mai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1828800"/>
            <a:ext cx="109118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200" b="1">
                <a:solidFill>
                  <a:srgbClr val="D9A000"/>
                </a:solidFill>
                <a:latin typeface="Calibri"/>
              </a:rPr>
              <a:t>Giulio Sciarappa</a:t>
            </a:r>
          </a:p>
        </p:txBody>
      </p:sp>
      <p:pic>
        <p:nvPicPr>
          <p:cNvPr id="27" name="Picture 26" descr="1261e437-701b-416e-ae72-776e9f72a6d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7280" y="2651760"/>
            <a:ext cx="2377440" cy="23774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907280" y="5074920"/>
            <a:ext cx="237744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>
                <a:solidFill>
                  <a:srgbClr val="1F1F1F"/>
                </a:solidFill>
                <a:latin typeface="Calibri"/>
              </a:rPr>
              <a:t>Giulio Sciarappa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40</Words>
  <Application>Microsoft Office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8" baseType="lpstr">
      <vt:lpstr>Arial</vt:lpstr>
      <vt:lpstr>Lufga</vt:lpstr>
      <vt:lpstr>Aptos</vt:lpstr>
      <vt:lpstr>Office Theme</vt:lpstr>
      <vt:lpstr>Presentazione standard di PowerPoint</vt:lpstr>
      <vt:lpstr>Presentazione standard di PowerPoint</vt:lpstr>
      <vt:lpstr>Made Possible by</vt:lpstr>
      <vt:lpstr>Join the AI Conversation  on Discord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Simon</dc:creator>
  <cp:lastModifiedBy>Marco Caruso</cp:lastModifiedBy>
  <cp:revision>2</cp:revision>
  <dcterms:created xsi:type="dcterms:W3CDTF">2026-01-27T07:16:52Z</dcterms:created>
  <dcterms:modified xsi:type="dcterms:W3CDTF">2026-04-29T17:04:01Z</dcterms:modified>
</cp:coreProperties>
</file>