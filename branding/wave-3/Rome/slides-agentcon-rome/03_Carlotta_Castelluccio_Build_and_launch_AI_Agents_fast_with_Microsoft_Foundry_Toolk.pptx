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Build and launch AI Agents fast with Microsoft Foundry Toolkit for VS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Carlotta Castelluccio</a:t>
            </a:r>
          </a:p>
        </p:txBody>
      </p:sp>
      <p:pic>
        <p:nvPicPr>
          <p:cNvPr id="27" name="Picture 26" descr="a592d203-21a4-4576-b39f-7288a08e0f0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72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072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Carlotta Castelluccio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