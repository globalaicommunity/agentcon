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handoutMasterIdLst>
    <p:handoutMasterId r:id="rId5"/>
  </p:handoutMasterIdLst>
  <p:sldIdLst>
    <p:sldId id="256" r:id="rId2"/>
    <p:sldId id="257" r:id="rId3"/>
    <p:sldId id="258" r:id="rId4"/>
  </p:sldIdLst>
  <p:sldSz cx="12192000" cy="6858000"/>
  <p:notesSz cx="6858000" cy="9144000"/>
  <p:embeddedFontLst>
    <p:embeddedFont>
      <p:font typeface="Lufga" panose="00000500000000000000" pitchFamily="50" charset="0"/>
      <p:regular r:id="rId6"/>
      <p:bold r:id="rId7"/>
      <p:italic r:id="rId8"/>
      <p:boldItalic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5649"/>
    <a:srgbClr val="DDD7C0"/>
    <a:srgbClr val="1321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viewProps" Target="viewProps.xml"/><Relationship Id="rId5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5B94FC-C394-660C-315C-2CC6BFE5D7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7FDF9-F2C3-1D78-E928-EA2CC7C867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2E83D4-0712-4B80-9A04-DAA4D13CDEE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B752DA-6700-D9D3-415A-36AA855FE15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5558E0-45CC-0E4C-EB32-643F62E127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B0559A-D670-4967-8855-A892FB9B94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527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7DCA-9B05-7609-52B3-05F8E7DCDF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033DBA-F3FE-5686-FE62-ED0E7BCF1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D1CAA-6E08-D0FA-1807-9EBBC3727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8634D-DBAD-3296-AEB7-933993D4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97187-6D2E-BB6D-76F9-07949E2B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057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D1D7B-AC56-2FE8-27D2-995423708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D526F-2FEB-AE63-544C-F91CAAEA5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B4D70-52BC-19B1-41CD-59820440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D85F9-09EC-9FD7-E247-DE60AF55E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131B2-E759-BAC9-593A-A9A59DDC0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00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65F4-2907-AEC7-746E-5A932191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DA72A-5C10-766D-80C0-579AE29C7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16EA6-2D5B-9A7E-B855-47737FFB2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AC68A-2FEC-8CC4-7E0A-BA30B321D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D1C26-3F57-D5E1-E0EC-AF7C8F3EF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119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18CFF-A2A3-439C-34E2-A6A87D1E1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5EB1F-3FDC-BEEF-7B79-31A3AF830F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74DA9E-DC20-E015-883C-1AEB0FB95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534F6-4D4F-20CC-3151-81E6C331C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13762-0CDA-8AF3-907A-ED80A5313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9C546-A983-4F5D-2014-6A73DBA64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669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C6460-35C0-ACB8-1B64-BBBE4E3FB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CEEE1-2131-62A7-EF22-E7B59A62B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E39260-F824-48DD-0829-9119B4D55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AAF36-CDD7-5696-1212-0EDCB271AB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AFB544-E93D-97DA-AD49-EF0CA8C35C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DF75BA-991E-206F-496C-DFD2707BD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854900-E444-E153-AD7A-63021E2F8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A68BA3-887A-6A1D-7C94-C769FD957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789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E8D07-5FD8-A047-32B2-24F0FD111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4DEDDC-6E7C-804A-9255-ABE3A2450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664CB7-81BF-600A-AE0A-ECBA650F7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C6CA2-1CE3-7196-7478-E5063C2FF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266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7F4658-E9A1-B8B7-FF6A-E3CC58EC3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B4538A-0898-047F-63F0-1645A59A4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DA6F-B33D-21C0-6F52-F1939F10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880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7DCB3-9E3A-279F-D7E9-4335834F8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89BB8-E501-401E-6FA1-93A35211AF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6406-D51E-3CA4-F961-05B9C71D1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33E94-FD8F-D103-6B89-877180069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CC59-B9E0-EB9D-F3B2-8BB207A7E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1619-2459-8EE5-F287-E5AC164F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46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8BCE5-04A6-B727-8271-2AAFA8E67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AC506D-45B8-E192-896D-0E8EBB61A3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93B607-5EE6-CBE1-EE48-8956A921F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EB89C-0BBE-C2C6-8B1E-6C799981D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B8A89-5098-FE3E-E298-A91389275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F9875D-3849-56F2-4636-58A0DC6B0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098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D2AB2-597E-DA67-891A-BED08852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5DADA-E94A-32EE-4C97-F5824B323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CB63E-ABD9-3109-1C6D-FE923E30F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96D5B-B08C-796E-37C6-F5AF8E6AF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8EDA9-9E14-503D-7FF0-DD6D669EB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19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584C18-2515-20B1-2FD3-313B2CEAB2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AEEA44-A443-120B-CCB5-BA86A6B73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7C17E-31E5-B960-B849-14134626E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3E416-76A8-C4BC-6692-4C0769813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5AD9D-13D2-1CDA-5A65-4868CC19F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64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a silhouette of a city&#10;&#10;AI-generated content may be incorrect.">
            <a:extLst>
              <a:ext uri="{FF2B5EF4-FFF2-40B4-BE49-F238E27FC236}">
                <a16:creationId xmlns:a16="http://schemas.microsoft.com/office/drawing/2014/main" id="{0D591352-A335-556D-CB16-F1246919D76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CE2467-CD3D-F64F-142C-16A5BF370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0F78F-E5C4-55D8-CB66-DFDE0ACB0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B2741-B1B4-D865-8FAD-8181F9826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70270-E84E-4A05-BDBE-19BEB135420D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C9036-EAEE-B51C-9AA7-712E21821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86DD56-594F-EE1D-E153-75801EDBD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06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665649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EDD5B3F-B5B8-1229-A3FF-B1499D509537}"/>
              </a:ext>
            </a:extLst>
          </p:cNvPr>
          <p:cNvSpPr/>
          <p:nvPr/>
        </p:nvSpPr>
        <p:spPr>
          <a:xfrm>
            <a:off x="0" y="6125498"/>
            <a:ext cx="12192000" cy="584774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A18D89-26EB-FE52-040C-E3BA800F3ADC}"/>
              </a:ext>
            </a:extLst>
          </p:cNvPr>
          <p:cNvSpPr txBox="1"/>
          <p:nvPr/>
        </p:nvSpPr>
        <p:spPr>
          <a:xfrm>
            <a:off x="2064774" y="4345761"/>
            <a:ext cx="839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665649"/>
                </a:solidFill>
                <a:latin typeface="Lufga" panose="00000500000000000000" pitchFamily="50" charset="0"/>
              </a:rPr>
              <a:t>Part of the </a:t>
            </a:r>
            <a:r>
              <a:rPr lang="en-US" b="1" dirty="0" err="1">
                <a:solidFill>
                  <a:srgbClr val="665649"/>
                </a:solidFill>
                <a:latin typeface="Lufga" panose="00000500000000000000" pitchFamily="50" charset="0"/>
              </a:rPr>
              <a:t>AgentCon</a:t>
            </a:r>
            <a:r>
              <a:rPr lang="en-US" b="1" dirty="0">
                <a:solidFill>
                  <a:srgbClr val="665649"/>
                </a:solidFill>
                <a:latin typeface="Lufga" panose="00000500000000000000" pitchFamily="50" charset="0"/>
              </a:rPr>
              <a:t> World Tour by the Global AI Community</a:t>
            </a:r>
            <a:endParaRPr lang="en-US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3BDAA9-33A4-C69A-4680-7E745CF32044}"/>
              </a:ext>
            </a:extLst>
          </p:cNvPr>
          <p:cNvSpPr txBox="1"/>
          <p:nvPr/>
        </p:nvSpPr>
        <p:spPr>
          <a:xfrm>
            <a:off x="2966775" y="4693903"/>
            <a:ext cx="65918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0" dirty="0">
                <a:solidFill>
                  <a:srgbClr val="665649"/>
                </a:solidFill>
                <a:effectLst/>
                <a:latin typeface="Lufga" panose="00000500000000000000" pitchFamily="50" charset="0"/>
              </a:rPr>
              <a:t>AI Agents Developer Conference</a:t>
            </a:r>
            <a:endParaRPr lang="en-US" sz="3200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pic>
        <p:nvPicPr>
          <p:cNvPr id="21" name="Picture 20" descr="A close up of a logo&#10;&#10;AI-generated content may be incorrect.">
            <a:extLst>
              <a:ext uri="{FF2B5EF4-FFF2-40B4-BE49-F238E27FC236}">
                <a16:creationId xmlns:a16="http://schemas.microsoft.com/office/drawing/2014/main" id="{98AA9D08-177A-F4F5-5076-04853C88B3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3783" y="6270242"/>
            <a:ext cx="1246837" cy="360904"/>
          </a:xfrm>
          <a:prstGeom prst="rect">
            <a:avLst/>
          </a:prstGeom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94E7ADAA-DE31-531D-066F-BC16FB2A19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248" y="6285319"/>
            <a:ext cx="1548878" cy="33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6F2C676-7D78-FBA8-2C72-606D918200C3}"/>
              </a:ext>
            </a:extLst>
          </p:cNvPr>
          <p:cNvSpPr/>
          <p:nvPr/>
        </p:nvSpPr>
        <p:spPr>
          <a:xfrm>
            <a:off x="4813300" y="5438499"/>
            <a:ext cx="2882900" cy="530501"/>
          </a:xfrm>
          <a:prstGeom prst="roundRect">
            <a:avLst/>
          </a:prstGeom>
          <a:solidFill>
            <a:srgbClr val="13211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D86411-84E4-2AF0-3ACF-D37FB98ADC75}"/>
              </a:ext>
            </a:extLst>
          </p:cNvPr>
          <p:cNvSpPr txBox="1"/>
          <p:nvPr/>
        </p:nvSpPr>
        <p:spPr>
          <a:xfrm>
            <a:off x="4869630" y="5517422"/>
            <a:ext cx="2697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0" dirty="0" err="1">
                <a:solidFill>
                  <a:srgbClr val="DDD7C0"/>
                </a:solidFill>
                <a:effectLst/>
                <a:latin typeface="Lufga" panose="00000500000000000000" pitchFamily="50" charset="0"/>
              </a:rPr>
              <a:t>agentcon.city</a:t>
            </a:r>
            <a:r>
              <a:rPr lang="en-US" i="0" dirty="0">
                <a:solidFill>
                  <a:srgbClr val="DDD7C0"/>
                </a:solidFill>
                <a:effectLst/>
                <a:latin typeface="Lufga" panose="00000500000000000000" pitchFamily="50" charset="0"/>
              </a:rPr>
              <a:t>/</a:t>
            </a:r>
            <a:r>
              <a:rPr lang="en-US" i="0" dirty="0" err="1">
                <a:solidFill>
                  <a:srgbClr val="DDD7C0"/>
                </a:solidFill>
                <a:effectLst/>
                <a:latin typeface="Lufga" panose="00000500000000000000" pitchFamily="50" charset="0"/>
              </a:rPr>
              <a:t>oslo</a:t>
            </a:r>
            <a:endParaRPr lang="en-US" dirty="0">
              <a:solidFill>
                <a:srgbClr val="DDD7C0"/>
              </a:solidFill>
              <a:latin typeface="Lufga" panose="00000500000000000000" pitchFamily="50" charset="0"/>
            </a:endParaRPr>
          </a:p>
        </p:txBody>
      </p:sp>
      <p:pic>
        <p:nvPicPr>
          <p:cNvPr id="2" name="Picture 2" descr="AgentCon Oslo">
            <a:extLst>
              <a:ext uri="{FF2B5EF4-FFF2-40B4-BE49-F238E27FC236}">
                <a16:creationId xmlns:a16="http://schemas.microsoft.com/office/drawing/2014/main" id="{8F952BF0-15F7-F5A6-5541-15CB45C9D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790" y="600965"/>
            <a:ext cx="5352420" cy="3463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0424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025D9-9EFA-C029-7C9A-7A113B494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Made Possible by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51F9780-F21F-A33E-E1A5-2738E4B5A73C}"/>
              </a:ext>
            </a:extLst>
          </p:cNvPr>
          <p:cNvGrpSpPr/>
          <p:nvPr/>
        </p:nvGrpSpPr>
        <p:grpSpPr>
          <a:xfrm>
            <a:off x="1633385" y="2766217"/>
            <a:ext cx="3673173" cy="1325563"/>
            <a:chOff x="1790702" y="3072372"/>
            <a:chExt cx="3673173" cy="1325563"/>
          </a:xfrm>
        </p:grpSpPr>
        <p:pic>
          <p:nvPicPr>
            <p:cNvPr id="8" name="Picture 10">
              <a:extLst>
                <a:ext uri="{FF2B5EF4-FFF2-40B4-BE49-F238E27FC236}">
                  <a16:creationId xmlns:a16="http://schemas.microsoft.com/office/drawing/2014/main" id="{D8642C60-3FF5-C536-5521-012349436A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96857" y="3396742"/>
              <a:ext cx="3205264" cy="6844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C21BD47-E4C0-5447-0297-F91ACF23EC20}"/>
                </a:ext>
              </a:extLst>
            </p:cNvPr>
            <p:cNvSpPr/>
            <p:nvPr/>
          </p:nvSpPr>
          <p:spPr>
            <a:xfrm>
              <a:off x="1790702" y="3072372"/>
              <a:ext cx="3673173" cy="1325563"/>
            </a:xfrm>
            <a:prstGeom prst="roundRect">
              <a:avLst/>
            </a:prstGeom>
            <a:noFill/>
            <a:ln w="38100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56422B8-944F-058B-49A7-31D3D2C011E0}"/>
              </a:ext>
            </a:extLst>
          </p:cNvPr>
          <p:cNvGrpSpPr/>
          <p:nvPr/>
        </p:nvGrpSpPr>
        <p:grpSpPr>
          <a:xfrm>
            <a:off x="6885442" y="2766218"/>
            <a:ext cx="3673173" cy="1325563"/>
            <a:chOff x="6728126" y="4081199"/>
            <a:chExt cx="3673173" cy="1325563"/>
          </a:xfrm>
        </p:grpSpPr>
        <p:pic>
          <p:nvPicPr>
            <p:cNvPr id="6" name="Picture 5" descr="A close up of a logo&#10;&#10;AI-generated content may be incorrect.">
              <a:extLst>
                <a:ext uri="{FF2B5EF4-FFF2-40B4-BE49-F238E27FC236}">
                  <a16:creationId xmlns:a16="http://schemas.microsoft.com/office/drawing/2014/main" id="{3302B3EC-8C44-1009-30CA-48052F5167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95588" y="4473573"/>
              <a:ext cx="2482650" cy="718617"/>
            </a:xfrm>
            <a:prstGeom prst="rect">
              <a:avLst/>
            </a:prstGeom>
          </p:spPr>
        </p:pic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EC34A35-D1D0-4165-5380-8B90C75429EC}"/>
                </a:ext>
              </a:extLst>
            </p:cNvPr>
            <p:cNvSpPr/>
            <p:nvPr/>
          </p:nvSpPr>
          <p:spPr>
            <a:xfrm>
              <a:off x="6728126" y="4081199"/>
              <a:ext cx="3673173" cy="1325563"/>
            </a:xfrm>
            <a:prstGeom prst="roundRect">
              <a:avLst/>
            </a:prstGeom>
            <a:noFill/>
            <a:ln w="38100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71223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A9CCF-9090-91FE-650B-10AF4A837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the AI Conversation </a:t>
            </a:r>
            <a:br>
              <a:rPr lang="en-US" dirty="0"/>
            </a:br>
            <a:r>
              <a:rPr lang="en-US" dirty="0"/>
              <a:t>on Discord</a:t>
            </a:r>
          </a:p>
        </p:txBody>
      </p:sp>
      <p:pic>
        <p:nvPicPr>
          <p:cNvPr id="4" name="Picture 3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A960E958-EF62-2B2D-D095-EE57766258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514" y="1720645"/>
            <a:ext cx="3774972" cy="3774972"/>
          </a:xfrm>
          <a:prstGeom prst="roundRect">
            <a:avLst>
              <a:gd name="adj" fmla="val 5932"/>
            </a:avLst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EF87EE-D864-6761-9D9D-049F009FEE34}"/>
              </a:ext>
            </a:extLst>
          </p:cNvPr>
          <p:cNvSpPr txBox="1"/>
          <p:nvPr/>
        </p:nvSpPr>
        <p:spPr>
          <a:xfrm>
            <a:off x="3805084" y="5690109"/>
            <a:ext cx="49354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rgbClr val="665649"/>
                </a:solidFill>
                <a:latin typeface="Lufga" panose="00000500000000000000" pitchFamily="50" charset="0"/>
              </a:rPr>
              <a:t>gaic.io/discord</a:t>
            </a:r>
          </a:p>
        </p:txBody>
      </p:sp>
    </p:spTree>
    <p:extLst>
      <p:ext uri="{BB962C8B-B14F-4D97-AF65-F5344CB8AC3E}">
        <p14:creationId xmlns:p14="http://schemas.microsoft.com/office/powerpoint/2010/main" val="3062574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35</Words>
  <Application>Microsoft Office PowerPoint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Lufga</vt:lpstr>
      <vt:lpstr>Arial</vt:lpstr>
      <vt:lpstr>Aptos</vt:lpstr>
      <vt:lpstr>Office Theme</vt:lpstr>
      <vt:lpstr>PowerPoint Presentation</vt:lpstr>
      <vt:lpstr>Made Possible by</vt:lpstr>
      <vt:lpstr>Join the AI Conversation  on Discord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Stephen Simon</cp:lastModifiedBy>
  <cp:revision>3</cp:revision>
  <dcterms:created xsi:type="dcterms:W3CDTF">2026-01-27T07:16:52Z</dcterms:created>
  <dcterms:modified xsi:type="dcterms:W3CDTF">2026-02-02T14:04:45Z</dcterms:modified>
</cp:coreProperties>
</file>