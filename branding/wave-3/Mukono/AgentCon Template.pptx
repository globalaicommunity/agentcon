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5" r:id="rId2"/>
    <p:sldId id="270" r:id="rId3"/>
    <p:sldId id="271" r:id="rId4"/>
    <p:sldId id="264" r:id="rId5"/>
    <p:sldId id="266" r:id="rId6"/>
    <p:sldId id="267" r:id="rId7"/>
    <p:sldId id="261" r:id="rId8"/>
    <p:sldId id="269" r:id="rId9"/>
    <p:sldId id="272" r:id="rId10"/>
  </p:sldIdLst>
  <p:sldSz cx="12192000" cy="6858000"/>
  <p:notesSz cx="6858000" cy="9144000"/>
  <p:embeddedFontLst>
    <p:embeddedFont>
      <p:font typeface="Lufga" panose="00000500000000000000" pitchFamily="50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>
        <p:scale>
          <a:sx n="100" d="100"/>
          <a:sy n="100" d="100"/>
        </p:scale>
        <p:origin x="99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87D1C-95F8-4EC2-A8BC-B964CB04ED1E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9F342-0359-4B02-A5FB-CCB8A82A5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9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F342-0359-4B02-A5FB-CCB8A82A50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5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305EC-6B0E-C106-C7C3-C21594509DDC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0E74C-4634-6B5C-023D-FF24C77B4126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60D85-C288-2E3B-B8F0-E43709F40D1A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42EE8-02CA-BF54-F281-8CE98999296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0597CE-7346-4A80-7F21-5594BD0EB86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1313B7-7F9E-C4CC-31A1-A85242BDF637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8328CA-13D1-A7F5-8CCF-D31ECE645DA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1A273F-BDB5-C307-5B3E-2EA49659763C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24AF0-1003-FBF1-4BAC-72C69EDE3BF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32194-D1D2-0AD9-4BDE-8AC9915A0E7B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1BBFDA-E455-035E-CF34-558F979C54C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6F701-5E32-8CE8-4B18-BC1D01EF8622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3D969B-DE54-11C0-1DF1-5CA7EEB63F66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44305-758C-24CA-515B-B32AA5793B1A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DFEA7-775B-5544-75BF-C7234CC9FA2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A4F31-C261-5E36-694B-22FCB49CE0F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83A543-B838-6D41-4BE1-5D34A14FAAFB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B65E1-973A-9BC6-2268-C05634B4E528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961B-98AF-2AB2-78FC-E30A230F1F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6DCED-9CC8-5B56-AB7E-804343D838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5B14CA-C4C2-E50F-0D97-F3D127969B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16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1C3BC5-0DC8-187D-94DD-B005032CF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D9AA1D-334B-C817-3BED-1C272E49DB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95500" y="2679700"/>
            <a:ext cx="8001000" cy="40005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EA81269-E670-2BDC-22B3-A21C0890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AgentCon around the world</a:t>
            </a:r>
          </a:p>
        </p:txBody>
      </p:sp>
    </p:spTree>
    <p:extLst>
      <p:ext uri="{BB962C8B-B14F-4D97-AF65-F5344CB8AC3E}">
        <p14:creationId xmlns:p14="http://schemas.microsoft.com/office/powerpoint/2010/main" val="3118399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C88EF-3BD8-B30B-E40E-91DEF4D28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3AFD72-2D98-2676-E44B-5074CBDD8C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3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AEF6-3E62-8850-70CE-E9779DB4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5AFE77A-B1DD-1E0F-23CE-4317ADEED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83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DBD57-4663-2833-AFD8-3EE170458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00D1635-E56F-7A92-B16B-EF373F502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65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30259D-5932-C56A-274D-EB7677858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56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DFEF549F-FB49-3E47-F202-998B26D7A333}"/>
              </a:ext>
            </a:extLst>
          </p:cNvPr>
          <p:cNvSpPr/>
          <p:nvPr/>
        </p:nvSpPr>
        <p:spPr>
          <a:xfrm>
            <a:off x="2718450" y="5527106"/>
            <a:ext cx="6622623" cy="632980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C6CA0C1-E9AD-349E-0B84-5DD329EFBCFB}"/>
              </a:ext>
            </a:extLst>
          </p:cNvPr>
          <p:cNvSpPr txBox="1"/>
          <p:nvPr/>
        </p:nvSpPr>
        <p:spPr>
          <a:xfrm>
            <a:off x="5155891" y="5590689"/>
            <a:ext cx="42853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The Grand Closing: </a:t>
            </a:r>
          </a:p>
          <a:p>
            <a:pPr algn="ctr"/>
            <a:r>
              <a:rPr lang="en-US" sz="1400" dirty="0">
                <a:solidFill>
                  <a:srgbClr val="665649"/>
                </a:solidFill>
              </a:rPr>
              <a:t>Raffle &amp; Community Quiz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5A9BB1C-E269-8576-876E-853400C1B8AD}"/>
              </a:ext>
            </a:extLst>
          </p:cNvPr>
          <p:cNvSpPr txBox="1"/>
          <p:nvPr/>
        </p:nvSpPr>
        <p:spPr>
          <a:xfrm>
            <a:off x="3082445" y="5674319"/>
            <a:ext cx="2533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5649"/>
                </a:solidFill>
              </a:rPr>
              <a:t>12:45 PM – 01:15 PM 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BBE18F1-C723-71C3-6132-AA35291C540D}"/>
              </a:ext>
            </a:extLst>
          </p:cNvPr>
          <p:cNvGrpSpPr/>
          <p:nvPr/>
        </p:nvGrpSpPr>
        <p:grpSpPr>
          <a:xfrm>
            <a:off x="2718450" y="358918"/>
            <a:ext cx="6622623" cy="420316"/>
            <a:chOff x="2718450" y="177943"/>
            <a:chExt cx="6622623" cy="42031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D84015-4ACC-A791-2264-0955650027B1}"/>
                </a:ext>
              </a:extLst>
            </p:cNvPr>
            <p:cNvSpPr txBox="1"/>
            <p:nvPr/>
          </p:nvSpPr>
          <p:spPr>
            <a:xfrm>
              <a:off x="5944121" y="231210"/>
              <a:ext cx="334961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Opening by UCU : </a:t>
              </a:r>
              <a:r>
                <a:rPr lang="en-US" sz="1600" dirty="0">
                  <a:solidFill>
                    <a:srgbClr val="665649"/>
                  </a:solidFill>
                </a:rPr>
                <a:t>Martin Kabanda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998A68-6F0A-F096-0858-1AB58A30DF25}"/>
                </a:ext>
              </a:extLst>
            </p:cNvPr>
            <p:cNvSpPr txBox="1"/>
            <p:nvPr/>
          </p:nvSpPr>
          <p:spPr>
            <a:xfrm>
              <a:off x="3380646" y="220244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09:00 AM - 09:15 AM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27CB71FD-24DA-496C-B111-5A4CFAB0AEE5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14C35D5-9A9F-0B57-C1B1-15B14CF3D196}"/>
              </a:ext>
            </a:extLst>
          </p:cNvPr>
          <p:cNvGrpSpPr/>
          <p:nvPr/>
        </p:nvGrpSpPr>
        <p:grpSpPr>
          <a:xfrm>
            <a:off x="2731703" y="898262"/>
            <a:ext cx="6622623" cy="860816"/>
            <a:chOff x="2718450" y="177943"/>
            <a:chExt cx="6622623" cy="860816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7D1A5CA-A577-C1DB-E54E-B87DC1B4FE69}"/>
                </a:ext>
              </a:extLst>
            </p:cNvPr>
            <p:cNvSpPr txBox="1"/>
            <p:nvPr/>
          </p:nvSpPr>
          <p:spPr>
            <a:xfrm>
              <a:off x="5867837" y="230510"/>
              <a:ext cx="319774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Keynote: Henk Boelman</a:t>
              </a:r>
            </a:p>
            <a:p>
              <a:pPr algn="ctr"/>
              <a:r>
                <a:rPr lang="en-US" sz="1400" dirty="0">
                  <a:solidFill>
                    <a:srgbClr val="665649"/>
                  </a:solidFill>
                </a:rPr>
                <a:t>Agents of Tomorrow: Building the Next Generation of Intelligence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24DBF12-43B6-3E15-5D1F-D5B34C6663F6}"/>
                </a:ext>
              </a:extLst>
            </p:cNvPr>
            <p:cNvSpPr txBox="1"/>
            <p:nvPr/>
          </p:nvSpPr>
          <p:spPr>
            <a:xfrm>
              <a:off x="3367393" y="440045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09:15 AM - 10:10 AM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A96C2C39-80F3-B5A3-1D0B-28283EDE17DF}"/>
                </a:ext>
              </a:extLst>
            </p:cNvPr>
            <p:cNvSpPr/>
            <p:nvPr/>
          </p:nvSpPr>
          <p:spPr>
            <a:xfrm>
              <a:off x="2718450" y="177943"/>
              <a:ext cx="6622623" cy="8608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D84592B-EDF9-D9CF-1EAC-0381962E2230}"/>
              </a:ext>
            </a:extLst>
          </p:cNvPr>
          <p:cNvGrpSpPr/>
          <p:nvPr/>
        </p:nvGrpSpPr>
        <p:grpSpPr>
          <a:xfrm>
            <a:off x="2718450" y="1873113"/>
            <a:ext cx="6622623" cy="959298"/>
            <a:chOff x="2718450" y="1873113"/>
            <a:chExt cx="6622623" cy="95929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E8B8C00-4D06-CDA5-E110-162C0D21B1BA}"/>
                </a:ext>
              </a:extLst>
            </p:cNvPr>
            <p:cNvGrpSpPr/>
            <p:nvPr/>
          </p:nvGrpSpPr>
          <p:grpSpPr>
            <a:xfrm>
              <a:off x="2718450" y="1873113"/>
              <a:ext cx="6622623" cy="420316"/>
              <a:chOff x="2718450" y="177943"/>
              <a:chExt cx="6622623" cy="42031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40F2419-C1E3-787A-9DC6-0AA86CA48732}"/>
                  </a:ext>
                </a:extLst>
              </p:cNvPr>
              <p:cNvSpPr txBox="1"/>
              <p:nvPr/>
            </p:nvSpPr>
            <p:spPr>
              <a:xfrm>
                <a:off x="5791217" y="231210"/>
                <a:ext cx="350252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665649"/>
                    </a:solidFill>
                  </a:rPr>
                  <a:t>Phalanx: Web based Intrusion Prevention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7DD513-B572-7A80-61A6-D37D6BC9D6D3}"/>
                  </a:ext>
                </a:extLst>
              </p:cNvPr>
              <p:cNvSpPr txBox="1"/>
              <p:nvPr/>
            </p:nvSpPr>
            <p:spPr>
              <a:xfrm>
                <a:off x="3390531" y="220244"/>
                <a:ext cx="222494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rgbClr val="665649"/>
                    </a:solidFill>
                  </a:rPr>
                  <a:t>10:15 AM - 10:25 AM</a:t>
                </a:r>
              </a:p>
            </p:txBody>
          </p: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12007EA-C276-A664-E22E-A2F8830F0D18}"/>
                  </a:ext>
                </a:extLst>
              </p:cNvPr>
              <p:cNvSpPr/>
              <p:nvPr/>
            </p:nvSpPr>
            <p:spPr>
              <a:xfrm>
                <a:off x="2718450" y="177943"/>
                <a:ext cx="6622623" cy="420316"/>
              </a:xfrm>
              <a:prstGeom prst="roundRect">
                <a:avLst/>
              </a:prstGeom>
              <a:noFill/>
              <a:ln w="28575">
                <a:solidFill>
                  <a:srgbClr val="DDD7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39D2FB5-24BA-C777-1AED-FCDE72ED2D3C}"/>
                </a:ext>
              </a:extLst>
            </p:cNvPr>
            <p:cNvGrpSpPr/>
            <p:nvPr/>
          </p:nvGrpSpPr>
          <p:grpSpPr>
            <a:xfrm>
              <a:off x="2718450" y="2412095"/>
              <a:ext cx="6622623" cy="420316"/>
              <a:chOff x="2718450" y="177943"/>
              <a:chExt cx="6622623" cy="420316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930DDA-471F-97FE-7582-8C9B870ECDFC}"/>
                  </a:ext>
                </a:extLst>
              </p:cNvPr>
              <p:cNvSpPr txBox="1"/>
              <p:nvPr/>
            </p:nvSpPr>
            <p:spPr>
              <a:xfrm>
                <a:off x="5791217" y="231210"/>
                <a:ext cx="350252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665649"/>
                    </a:solidFill>
                  </a:rPr>
                  <a:t>Shared Autonomy for Personal Computing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8F9409D-E35D-D1C7-736F-7ED87615B61B}"/>
                  </a:ext>
                </a:extLst>
              </p:cNvPr>
              <p:cNvSpPr txBox="1"/>
              <p:nvPr/>
            </p:nvSpPr>
            <p:spPr>
              <a:xfrm>
                <a:off x="3370835" y="220244"/>
                <a:ext cx="222494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rgbClr val="665649"/>
                    </a:solidFill>
                  </a:rPr>
                  <a:t>10:30 AM - 10:40 AM</a:t>
                </a: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1B97ADD7-7B60-7C2E-3AAF-1738AC006A38}"/>
                  </a:ext>
                </a:extLst>
              </p:cNvPr>
              <p:cNvSpPr/>
              <p:nvPr/>
            </p:nvSpPr>
            <p:spPr>
              <a:xfrm>
                <a:off x="2718450" y="177943"/>
                <a:ext cx="6622623" cy="420316"/>
              </a:xfrm>
              <a:prstGeom prst="roundRect">
                <a:avLst/>
              </a:prstGeom>
              <a:noFill/>
              <a:ln w="28575">
                <a:solidFill>
                  <a:srgbClr val="DDD7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2D80B39-19A8-E46C-09A2-F1923ED4DD8E}"/>
              </a:ext>
            </a:extLst>
          </p:cNvPr>
          <p:cNvGrpSpPr/>
          <p:nvPr/>
        </p:nvGrpSpPr>
        <p:grpSpPr>
          <a:xfrm>
            <a:off x="2708034" y="2941759"/>
            <a:ext cx="6646292" cy="632980"/>
            <a:chOff x="2718450" y="177943"/>
            <a:chExt cx="6646292" cy="42031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D0A6F2C-D1A6-F7B3-9889-8673937A0D05}"/>
                </a:ext>
              </a:extLst>
            </p:cNvPr>
            <p:cNvSpPr txBox="1"/>
            <p:nvPr/>
          </p:nvSpPr>
          <p:spPr>
            <a:xfrm>
              <a:off x="5320170" y="204166"/>
              <a:ext cx="4044572" cy="3678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Bethany Jepchumba</a:t>
              </a:r>
            </a:p>
            <a:p>
              <a:pPr algn="ctr"/>
              <a:r>
                <a:rPr lang="en-US" sz="1400" dirty="0">
                  <a:solidFill>
                    <a:srgbClr val="665649"/>
                  </a:solidFill>
                </a:rPr>
                <a:t>Building your first Agent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2210D2E-DC8A-27A0-F3F8-36522C36399E}"/>
                </a:ext>
              </a:extLst>
            </p:cNvPr>
            <p:cNvSpPr txBox="1"/>
            <p:nvPr/>
          </p:nvSpPr>
          <p:spPr>
            <a:xfrm>
              <a:off x="3391062" y="289132"/>
              <a:ext cx="2224949" cy="2248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10:45 AM – 11:25 AM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DBED68F3-CC6F-478A-DE42-90082313D573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A4BB7C5-B3C7-0D5A-6E09-69A690C69018}"/>
              </a:ext>
            </a:extLst>
          </p:cNvPr>
          <p:cNvGrpSpPr/>
          <p:nvPr/>
        </p:nvGrpSpPr>
        <p:grpSpPr>
          <a:xfrm>
            <a:off x="2731703" y="3693747"/>
            <a:ext cx="6622623" cy="420316"/>
            <a:chOff x="2718450" y="177943"/>
            <a:chExt cx="6622623" cy="420316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8E09CB8-0A2E-0C7B-BC57-C28E685F9779}"/>
                </a:ext>
              </a:extLst>
            </p:cNvPr>
            <p:cNvSpPr txBox="1"/>
            <p:nvPr/>
          </p:nvSpPr>
          <p:spPr>
            <a:xfrm>
              <a:off x="5449507" y="261987"/>
              <a:ext cx="384423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rgbClr val="665649"/>
                  </a:solidFill>
                </a:rPr>
                <a:t>Using Design Thinking – </a:t>
              </a:r>
              <a:r>
                <a:rPr lang="en-US" sz="1400" dirty="0" err="1">
                  <a:solidFill>
                    <a:srgbClr val="665649"/>
                  </a:solidFill>
                </a:rPr>
                <a:t>Maximising</a:t>
              </a:r>
              <a:r>
                <a:rPr lang="en-US" sz="1400" dirty="0">
                  <a:solidFill>
                    <a:srgbClr val="665649"/>
                  </a:solidFill>
                </a:rPr>
                <a:t> AI Potential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C233839-2D09-222F-C837-EB8B59266341}"/>
                </a:ext>
              </a:extLst>
            </p:cNvPr>
            <p:cNvSpPr txBox="1"/>
            <p:nvPr/>
          </p:nvSpPr>
          <p:spPr>
            <a:xfrm>
              <a:off x="3357232" y="220244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11:30 AM – 11:40 AM</a:t>
              </a: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18551976-252E-6FA9-A133-F75D12C0B2DA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154BDA2-588D-5F0B-69C9-910A2C801CD7}"/>
              </a:ext>
            </a:extLst>
          </p:cNvPr>
          <p:cNvGrpSpPr/>
          <p:nvPr/>
        </p:nvGrpSpPr>
        <p:grpSpPr>
          <a:xfrm>
            <a:off x="2731703" y="4192116"/>
            <a:ext cx="6804853" cy="507831"/>
            <a:chOff x="2718450" y="137330"/>
            <a:chExt cx="6804853" cy="507831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B48726B-92FD-8600-F005-3050A799ACC9}"/>
                </a:ext>
              </a:extLst>
            </p:cNvPr>
            <p:cNvSpPr txBox="1"/>
            <p:nvPr/>
          </p:nvSpPr>
          <p:spPr>
            <a:xfrm>
              <a:off x="4990106" y="137330"/>
              <a:ext cx="4533197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65649"/>
                  </a:solidFill>
                </a:rPr>
                <a:t>Agents Without Limits: Building Smarter</a:t>
              </a:r>
            </a:p>
            <a:p>
              <a:pPr algn="ctr"/>
              <a:r>
                <a:rPr lang="en-US" sz="1350" dirty="0">
                  <a:solidFill>
                    <a:srgbClr val="665649"/>
                  </a:solidFill>
                </a:rPr>
                <a:t> Apps with MCP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598083C-5409-20E4-B2F6-4D28DA11B555}"/>
                </a:ext>
              </a:extLst>
            </p:cNvPr>
            <p:cNvSpPr txBox="1"/>
            <p:nvPr/>
          </p:nvSpPr>
          <p:spPr>
            <a:xfrm>
              <a:off x="3347697" y="220244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11:45 AM – 11:55 AM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ACA8D21D-7410-2B76-EE46-E61DA3605829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92E2719-D2E4-5621-477F-ABAA43C0B580}"/>
              </a:ext>
            </a:extLst>
          </p:cNvPr>
          <p:cNvGrpSpPr/>
          <p:nvPr/>
        </p:nvGrpSpPr>
        <p:grpSpPr>
          <a:xfrm>
            <a:off x="2731703" y="4734962"/>
            <a:ext cx="6775932" cy="707886"/>
            <a:chOff x="2718450" y="154137"/>
            <a:chExt cx="6775932" cy="470056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2CDA76A-B6DC-E407-F39A-1556787206F8}"/>
                </a:ext>
              </a:extLst>
            </p:cNvPr>
            <p:cNvSpPr txBox="1"/>
            <p:nvPr/>
          </p:nvSpPr>
          <p:spPr>
            <a:xfrm>
              <a:off x="5076231" y="154137"/>
              <a:ext cx="4418151" cy="4700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Sammy Deprez</a:t>
              </a:r>
            </a:p>
            <a:p>
              <a:pPr algn="ctr"/>
              <a:r>
                <a:rPr lang="en-US" sz="1200" dirty="0">
                  <a:solidFill>
                    <a:srgbClr val="665649"/>
                  </a:solidFill>
                </a:rPr>
                <a:t>Guardians of the </a:t>
              </a:r>
              <a:r>
                <a:rPr lang="en-US" sz="1200" dirty="0" err="1">
                  <a:solidFill>
                    <a:srgbClr val="665649"/>
                  </a:solidFill>
                </a:rPr>
                <a:t>Promptiverse</a:t>
              </a:r>
              <a:r>
                <a:rPr lang="en-US" sz="1200" dirty="0">
                  <a:solidFill>
                    <a:srgbClr val="665649"/>
                  </a:solidFill>
                </a:rPr>
                <a:t>: Ensuring LLM </a:t>
              </a:r>
            </a:p>
            <a:p>
              <a:pPr algn="ctr"/>
              <a:r>
                <a:rPr lang="en-US" sz="1200" dirty="0">
                  <a:solidFill>
                    <a:srgbClr val="665649"/>
                  </a:solidFill>
                </a:rPr>
                <a:t>Safety and Security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D2C877F-2B40-336A-1B6B-D8DEFE6FDBFC}"/>
                </a:ext>
              </a:extLst>
            </p:cNvPr>
            <p:cNvSpPr txBox="1"/>
            <p:nvPr/>
          </p:nvSpPr>
          <p:spPr>
            <a:xfrm>
              <a:off x="3367393" y="293015"/>
              <a:ext cx="2224949" cy="2248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12:00 AM – 12:45 AM</a:t>
              </a:r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D73A21C2-1642-D018-9184-806F717F313B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450F124-5496-790E-C545-9EA56B83E776}"/>
              </a:ext>
            </a:extLst>
          </p:cNvPr>
          <p:cNvGrpSpPr/>
          <p:nvPr/>
        </p:nvGrpSpPr>
        <p:grpSpPr>
          <a:xfrm>
            <a:off x="2731703" y="6275098"/>
            <a:ext cx="6622623" cy="422598"/>
            <a:chOff x="2718450" y="177943"/>
            <a:chExt cx="6622623" cy="422598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02B7568-51C6-9BC4-31D8-0F9CBC99FBB7}"/>
                </a:ext>
              </a:extLst>
            </p:cNvPr>
            <p:cNvSpPr txBox="1"/>
            <p:nvPr/>
          </p:nvSpPr>
          <p:spPr>
            <a:xfrm>
              <a:off x="5449507" y="261987"/>
              <a:ext cx="384423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Networking Lunch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D489229-0502-02C2-3327-762F2EFB5485}"/>
                </a:ext>
              </a:extLst>
            </p:cNvPr>
            <p:cNvSpPr txBox="1"/>
            <p:nvPr/>
          </p:nvSpPr>
          <p:spPr>
            <a:xfrm>
              <a:off x="3357232" y="220244"/>
              <a:ext cx="22249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665649"/>
                  </a:solidFill>
                </a:rPr>
                <a:t> 01: 15 PM- 02:00 PM</a:t>
              </a:r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B044FB76-7001-0411-B3DE-E60E25BF3818}"/>
                </a:ext>
              </a:extLst>
            </p:cNvPr>
            <p:cNvSpPr/>
            <p:nvPr/>
          </p:nvSpPr>
          <p:spPr>
            <a:xfrm>
              <a:off x="2718450" y="177943"/>
              <a:ext cx="6622623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61863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42BB3-7A24-2BE6-1458-13154A6B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9C82-99A8-E70D-DC1F-31522BF7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Join the AI Conversation </a:t>
            </a:r>
            <a:br>
              <a:rPr lang="en-US" b="1" dirty="0"/>
            </a:br>
            <a:r>
              <a:rPr lang="en-US" b="1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F5940F71-6DD7-8068-BDC0-0ED73CEEF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0" y="1957131"/>
            <a:ext cx="3302000" cy="3302000"/>
          </a:xfrm>
          <a:prstGeom prst="roundRect">
            <a:avLst>
              <a:gd name="adj" fmla="val 5932"/>
            </a:avLst>
          </a:prstGeom>
          <a:ln w="28575">
            <a:solidFill>
              <a:srgbClr val="DDD7C0"/>
            </a:solidFill>
          </a:ln>
          <a:effectLst>
            <a:outerShdw blurRad="63500" sx="102000" sy="102000" algn="ctr" rotWithShape="0">
              <a:schemeClr val="bg1">
                <a:lumMod val="50000"/>
                <a:alpha val="41000"/>
              </a:scheme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3F8971-DA18-B9F2-175C-607DC6973F58}"/>
              </a:ext>
            </a:extLst>
          </p:cNvPr>
          <p:cNvSpPr txBox="1"/>
          <p:nvPr/>
        </p:nvSpPr>
        <p:spPr>
          <a:xfrm>
            <a:off x="4713646" y="5664709"/>
            <a:ext cx="2764708" cy="52322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A56C32-D26C-36EC-E078-472A9F17DF5D}"/>
              </a:ext>
            </a:extLst>
          </p:cNvPr>
          <p:cNvSpPr/>
          <p:nvPr/>
        </p:nvSpPr>
        <p:spPr>
          <a:xfrm>
            <a:off x="4584700" y="5664709"/>
            <a:ext cx="3009900" cy="523220"/>
          </a:xfrm>
          <a:prstGeom prst="roundRect">
            <a:avLst/>
          </a:prstGeom>
          <a:noFill/>
          <a:ln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12698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42C3-0FAC-FD53-4AF4-BEC91FFE1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143B-68F6-0868-147D-76B03DF8CF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1CBB5-AFB4-38FF-BDF4-329AC021EC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CDC2B3-B9E6-811F-BD85-09BD43470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887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2767</TotalTime>
  <Words>145</Words>
  <Application>Microsoft Office PowerPoint</Application>
  <PresentationFormat>Widescreen</PresentationFormat>
  <Paragraphs>30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Aptos</vt:lpstr>
      <vt:lpstr>Lufga</vt:lpstr>
      <vt:lpstr>Office Theme</vt:lpstr>
      <vt:lpstr>PowerPoint Presentation</vt:lpstr>
      <vt:lpstr>AgentCon around the world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Join the AI Conversation  on Discord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Stephen Simon</cp:lastModifiedBy>
  <cp:revision>17</cp:revision>
  <dcterms:created xsi:type="dcterms:W3CDTF">2026-01-27T07:16:52Z</dcterms:created>
  <dcterms:modified xsi:type="dcterms:W3CDTF">2026-05-21T06:14:14Z</dcterms:modified>
</cp:coreProperties>
</file>