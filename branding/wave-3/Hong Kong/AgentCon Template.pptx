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10"/>
  </p:handoutMasterIdLst>
  <p:sldIdLst>
    <p:sldId id="256" r:id="rId2"/>
    <p:sldId id="257" r:id="rId3"/>
    <p:sldId id="259" r:id="rId4"/>
    <p:sldId id="260" r:id="rId5"/>
    <p:sldId id="258" r:id="rId6"/>
    <p:sldId id="261" r:id="rId7"/>
    <p:sldId id="263" r:id="rId8"/>
    <p:sldId id="262" r:id="rId9"/>
  </p:sldIdLst>
  <p:sldSz cx="12192000" cy="6858000"/>
  <p:notesSz cx="6858000" cy="9144000"/>
  <p:embeddedFontLst>
    <p:embeddedFont>
      <p:font typeface="Lufga" panose="00000500000000000000" pitchFamily="50" charset="0"/>
      <p:regular r:id="rId11"/>
      <p:bold r:id="rId12"/>
      <p:italic r:id="rId13"/>
      <p:boldItalic r:id="rId14"/>
    </p:embeddedFont>
    <p:embeddedFont>
      <p:font typeface="Montserrat" panose="00000500000000000000" pitchFamily="50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microsoft.com/office/2007/relationships/hdphoto" Target="../media/hdphoto1.wdp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4.wdp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273226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pic>
        <p:nvPicPr>
          <p:cNvPr id="21" name="Picture 20" descr="A close up of a logo&#10;&#10;AI-generated content may be incorrect.">
            <a:extLst>
              <a:ext uri="{FF2B5EF4-FFF2-40B4-BE49-F238E27FC236}">
                <a16:creationId xmlns:a16="http://schemas.microsoft.com/office/drawing/2014/main" id="{98AA9D08-177A-F4F5-5076-04853C88B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046" y="6401887"/>
            <a:ext cx="1246837" cy="360904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4E7ADAA-DE31-531D-066F-BC16FB2A1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561" y="6399619"/>
            <a:ext cx="1548878" cy="33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478337" y="5438499"/>
            <a:ext cx="3235325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570795" y="5509382"/>
            <a:ext cx="3050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hong-kong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1026" name="Picture 2" descr="HKIIT">
            <a:extLst>
              <a:ext uri="{FF2B5EF4-FFF2-40B4-BE49-F238E27FC236}">
                <a16:creationId xmlns:a16="http://schemas.microsoft.com/office/drawing/2014/main" id="{4865FD84-9D29-5AC6-59D6-CE80D2DDE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49" y="6273226"/>
            <a:ext cx="1754325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vePoint">
            <a:extLst>
              <a:ext uri="{FF2B5EF4-FFF2-40B4-BE49-F238E27FC236}">
                <a16:creationId xmlns:a16="http://schemas.microsoft.com/office/drawing/2014/main" id="{A94E983C-36A2-987C-F342-C842FF6C9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93" y="6337450"/>
            <a:ext cx="1365261" cy="45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ivenPoint">
            <a:extLst>
              <a:ext uri="{FF2B5EF4-FFF2-40B4-BE49-F238E27FC236}">
                <a16:creationId xmlns:a16="http://schemas.microsoft.com/office/drawing/2014/main" id="{7D6AD44E-2AFE-63BD-94E3-C845F38C6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6740" y="6273225"/>
            <a:ext cx="1634811" cy="54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AgentCon - Hong Kong">
            <a:extLst>
              <a:ext uri="{FF2B5EF4-FFF2-40B4-BE49-F238E27FC236}">
                <a16:creationId xmlns:a16="http://schemas.microsoft.com/office/drawing/2014/main" id="{D1F2703B-3BEB-2E48-B19E-426170E16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633" y="333690"/>
            <a:ext cx="5758734" cy="370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D108B67-F22A-6165-F22D-2D400DB19FF9}"/>
              </a:ext>
            </a:extLst>
          </p:cNvPr>
          <p:cNvSpPr/>
          <p:nvPr/>
        </p:nvSpPr>
        <p:spPr>
          <a:xfrm>
            <a:off x="0" y="-232229"/>
            <a:ext cx="12192000" cy="709023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Made Possible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1F9780-F21F-A33E-E1A5-2738E4B5A73C}"/>
              </a:ext>
            </a:extLst>
          </p:cNvPr>
          <p:cNvGrpSpPr/>
          <p:nvPr/>
        </p:nvGrpSpPr>
        <p:grpSpPr>
          <a:xfrm>
            <a:off x="658393" y="1998273"/>
            <a:ext cx="1865096" cy="673070"/>
            <a:chOff x="1790702" y="3072372"/>
            <a:chExt cx="3673173" cy="1325563"/>
          </a:xfrm>
        </p:grpSpPr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D8642C60-3FF5-C536-5521-012349436A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6857" y="3396742"/>
              <a:ext cx="3205264" cy="6844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C21BD47-E4C0-5447-0297-F91ACF23EC20}"/>
                </a:ext>
              </a:extLst>
            </p:cNvPr>
            <p:cNvSpPr/>
            <p:nvPr/>
          </p:nvSpPr>
          <p:spPr>
            <a:xfrm>
              <a:off x="1790702" y="3072372"/>
              <a:ext cx="3673173" cy="1325563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56422B8-944F-058B-49A7-31D3D2C011E0}"/>
              </a:ext>
            </a:extLst>
          </p:cNvPr>
          <p:cNvGrpSpPr/>
          <p:nvPr/>
        </p:nvGrpSpPr>
        <p:grpSpPr>
          <a:xfrm>
            <a:off x="2898644" y="1994950"/>
            <a:ext cx="1865096" cy="710006"/>
            <a:chOff x="6728126" y="4081199"/>
            <a:chExt cx="3673173" cy="1325563"/>
          </a:xfrm>
        </p:grpSpPr>
        <p:pic>
          <p:nvPicPr>
            <p:cNvPr id="6" name="Picture 5" descr="A close up of a logo&#10;&#10;AI-generated content may be incorrect.">
              <a:extLst>
                <a:ext uri="{FF2B5EF4-FFF2-40B4-BE49-F238E27FC236}">
                  <a16:creationId xmlns:a16="http://schemas.microsoft.com/office/drawing/2014/main" id="{3302B3EC-8C44-1009-30CA-48052F516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5587" y="4410430"/>
              <a:ext cx="2700793" cy="781760"/>
            </a:xfrm>
            <a:prstGeom prst="rect">
              <a:avLst/>
            </a:prstGeom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EC34A35-D1D0-4165-5380-8B90C75429EC}"/>
                </a:ext>
              </a:extLst>
            </p:cNvPr>
            <p:cNvSpPr/>
            <p:nvPr/>
          </p:nvSpPr>
          <p:spPr>
            <a:xfrm>
              <a:off x="6728126" y="4081199"/>
              <a:ext cx="3673173" cy="1325563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B756AD-89DB-43EB-CF1E-1E3037D9E978}"/>
              </a:ext>
            </a:extLst>
          </p:cNvPr>
          <p:cNvGrpSpPr/>
          <p:nvPr/>
        </p:nvGrpSpPr>
        <p:grpSpPr>
          <a:xfrm>
            <a:off x="5138895" y="1994950"/>
            <a:ext cx="1865096" cy="710006"/>
            <a:chOff x="6314277" y="1832972"/>
            <a:chExt cx="2170347" cy="82620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F3EB7EF-842B-23F6-E2D3-DB87039EC49D}"/>
                </a:ext>
              </a:extLst>
            </p:cNvPr>
            <p:cNvSpPr/>
            <p:nvPr/>
          </p:nvSpPr>
          <p:spPr>
            <a:xfrm>
              <a:off x="6314277" y="1832972"/>
              <a:ext cx="2170347" cy="826209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2" descr="HKIIT">
              <a:extLst>
                <a:ext uri="{FF2B5EF4-FFF2-40B4-BE49-F238E27FC236}">
                  <a16:creationId xmlns:a16="http://schemas.microsoft.com/office/drawing/2014/main" id="{F0234D16-1399-4F63-6EE9-49389BABF8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29" t="14807" r="26658" b="13608"/>
            <a:stretch>
              <a:fillRect/>
            </a:stretch>
          </p:blipFill>
          <p:spPr bwMode="auto">
            <a:xfrm>
              <a:off x="6629399" y="1928812"/>
              <a:ext cx="1352551" cy="6453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1FEA24-2A15-658B-3871-44DD9FEF527A}"/>
              </a:ext>
            </a:extLst>
          </p:cNvPr>
          <p:cNvGrpSpPr/>
          <p:nvPr/>
        </p:nvGrpSpPr>
        <p:grpSpPr>
          <a:xfrm>
            <a:off x="7379145" y="1994950"/>
            <a:ext cx="1865096" cy="710006"/>
            <a:chOff x="8921178" y="1832972"/>
            <a:chExt cx="2170347" cy="82620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2A25000-21A0-E31E-267B-13A327A6EBD6}"/>
                </a:ext>
              </a:extLst>
            </p:cNvPr>
            <p:cNvSpPr/>
            <p:nvPr/>
          </p:nvSpPr>
          <p:spPr>
            <a:xfrm>
              <a:off x="8921178" y="1832972"/>
              <a:ext cx="2170347" cy="826209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4" descr="AvePoint">
              <a:extLst>
                <a:ext uri="{FF2B5EF4-FFF2-40B4-BE49-F238E27FC236}">
                  <a16:creationId xmlns:a16="http://schemas.microsoft.com/office/drawing/2014/main" id="{097AD5CD-5197-3294-09B6-7E626EACE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3010" y="1887990"/>
              <a:ext cx="2148515" cy="716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BB8DEE7-4F24-737C-7A3B-F0B66B772951}"/>
              </a:ext>
            </a:extLst>
          </p:cNvPr>
          <p:cNvGrpSpPr/>
          <p:nvPr/>
        </p:nvGrpSpPr>
        <p:grpSpPr>
          <a:xfrm>
            <a:off x="9620090" y="1979805"/>
            <a:ext cx="1913518" cy="710006"/>
            <a:chOff x="2957494" y="3155411"/>
            <a:chExt cx="2226693" cy="82620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E01D5EE-62A6-09DC-8917-E7E791D5BC6E}"/>
                </a:ext>
              </a:extLst>
            </p:cNvPr>
            <p:cNvSpPr/>
            <p:nvPr/>
          </p:nvSpPr>
          <p:spPr>
            <a:xfrm>
              <a:off x="2957494" y="3155411"/>
              <a:ext cx="2170347" cy="826209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8" descr="MaivenPoint">
              <a:extLst>
                <a:ext uri="{FF2B5EF4-FFF2-40B4-BE49-F238E27FC236}">
                  <a16:creationId xmlns:a16="http://schemas.microsoft.com/office/drawing/2014/main" id="{B7AFD78C-F2D0-11AC-D91F-CDCA221D8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7494" y="3194525"/>
              <a:ext cx="2226693" cy="742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B0B1B4-98A7-8114-23D2-CF90A8444EB5}"/>
              </a:ext>
            </a:extLst>
          </p:cNvPr>
          <p:cNvSpPr/>
          <p:nvPr/>
        </p:nvSpPr>
        <p:spPr>
          <a:xfrm>
            <a:off x="1903361" y="3256922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Singapore Global Network Logo">
            <a:extLst>
              <a:ext uri="{FF2B5EF4-FFF2-40B4-BE49-F238E27FC236}">
                <a16:creationId xmlns:a16="http://schemas.microsoft.com/office/drawing/2014/main" id="{26205BC3-1421-3290-81AB-A6BA68456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581" y="3313075"/>
            <a:ext cx="608699" cy="4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AB39B48-AECB-9382-A6CF-6216A4BCC89A}"/>
              </a:ext>
            </a:extLst>
          </p:cNvPr>
          <p:cNvSpPr/>
          <p:nvPr/>
        </p:nvSpPr>
        <p:spPr>
          <a:xfrm>
            <a:off x="4249994" y="3256922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E2A5BC4-6487-B602-F44A-63A5BDA9DFF9}"/>
              </a:ext>
            </a:extLst>
          </p:cNvPr>
          <p:cNvSpPr/>
          <p:nvPr/>
        </p:nvSpPr>
        <p:spPr>
          <a:xfrm>
            <a:off x="6596627" y="3256921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4C186F-0507-BA01-5FB2-548B083BBEB6}"/>
              </a:ext>
            </a:extLst>
          </p:cNvPr>
          <p:cNvSpPr/>
          <p:nvPr/>
        </p:nvSpPr>
        <p:spPr>
          <a:xfrm>
            <a:off x="8943260" y="3256920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Hong Kong Azure User Group">
            <a:extLst>
              <a:ext uri="{FF2B5EF4-FFF2-40B4-BE49-F238E27FC236}">
                <a16:creationId xmlns:a16="http://schemas.microsoft.com/office/drawing/2014/main" id="{D11EBD0A-DF5C-67C8-A9B2-AE25A2DE46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52" r="30352" b="14823"/>
          <a:stretch>
            <a:fillRect/>
          </a:stretch>
        </p:blipFill>
        <p:spPr bwMode="auto">
          <a:xfrm>
            <a:off x="4651458" y="3272002"/>
            <a:ext cx="704767" cy="492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WS Hong Kong User Group">
            <a:extLst>
              <a:ext uri="{FF2B5EF4-FFF2-40B4-BE49-F238E27FC236}">
                <a16:creationId xmlns:a16="http://schemas.microsoft.com/office/drawing/2014/main" id="{5C212294-1E22-0BA9-E3BA-5C5531AF8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995" y="3324779"/>
            <a:ext cx="1162050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WS AI User Group">
            <a:extLst>
              <a:ext uri="{FF2B5EF4-FFF2-40B4-BE49-F238E27FC236}">
                <a16:creationId xmlns:a16="http://schemas.microsoft.com/office/drawing/2014/main" id="{BA42C538-036F-A490-FBB7-1284DC908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3260" y="3285684"/>
            <a:ext cx="1464680" cy="48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18F89D21-C32E-E284-44D4-7B6F743D63A7}"/>
              </a:ext>
            </a:extLst>
          </p:cNvPr>
          <p:cNvGrpSpPr/>
          <p:nvPr/>
        </p:nvGrpSpPr>
        <p:grpSpPr>
          <a:xfrm>
            <a:off x="3186779" y="4343540"/>
            <a:ext cx="1464679" cy="534655"/>
            <a:chOff x="3186779" y="4179083"/>
            <a:chExt cx="1464679" cy="534655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C6BEE88-4761-CCCB-9371-28154F9B5EA2}"/>
                </a:ext>
              </a:extLst>
            </p:cNvPr>
            <p:cNvSpPr/>
            <p:nvPr/>
          </p:nvSpPr>
          <p:spPr>
            <a:xfrm>
              <a:off x="3186779" y="4179083"/>
              <a:ext cx="1464679" cy="534655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998CE5B-DDE0-35F0-0BD8-671753C58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1309" y="4227139"/>
              <a:ext cx="1315617" cy="438539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408DAEE-4565-AC76-5967-ADF99A4132BA}"/>
              </a:ext>
            </a:extLst>
          </p:cNvPr>
          <p:cNvGrpSpPr/>
          <p:nvPr/>
        </p:nvGrpSpPr>
        <p:grpSpPr>
          <a:xfrm>
            <a:off x="5533412" y="4343540"/>
            <a:ext cx="1464679" cy="534655"/>
            <a:chOff x="5533412" y="4179083"/>
            <a:chExt cx="1464679" cy="534655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8192C9F-C880-4A43-0F2A-8A9843FE991D}"/>
                </a:ext>
              </a:extLst>
            </p:cNvPr>
            <p:cNvSpPr/>
            <p:nvPr/>
          </p:nvSpPr>
          <p:spPr>
            <a:xfrm>
              <a:off x="5533412" y="4179083"/>
              <a:ext cx="1464679" cy="534655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A1C4DAF-F103-7FD3-6FCA-D51DEAA28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0300" y="4236867"/>
              <a:ext cx="1242940" cy="414313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32406E-C345-0D26-27B5-AC73D74B2AB2}"/>
              </a:ext>
            </a:extLst>
          </p:cNvPr>
          <p:cNvGrpSpPr/>
          <p:nvPr/>
        </p:nvGrpSpPr>
        <p:grpSpPr>
          <a:xfrm>
            <a:off x="7880045" y="4343539"/>
            <a:ext cx="1464679" cy="534655"/>
            <a:chOff x="7880045" y="4179082"/>
            <a:chExt cx="1464679" cy="534655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3EC90C6-92EF-904D-942F-C0CB73EF9ED2}"/>
                </a:ext>
              </a:extLst>
            </p:cNvPr>
            <p:cNvSpPr/>
            <p:nvPr/>
          </p:nvSpPr>
          <p:spPr>
            <a:xfrm>
              <a:off x="7880045" y="4179082"/>
              <a:ext cx="1464679" cy="534655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D31897A-13B8-96FE-3793-2C43E35C8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045" y="4203034"/>
              <a:ext cx="1445935" cy="4819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91778-9303-0D99-C6B3-64A223D14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71394" y="-243114"/>
            <a:ext cx="18482010" cy="82695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89107C-2E67-7C0C-B1E5-FB158AD29918}"/>
              </a:ext>
            </a:extLst>
          </p:cNvPr>
          <p:cNvSpPr/>
          <p:nvPr/>
        </p:nvSpPr>
        <p:spPr>
          <a:xfrm>
            <a:off x="-1059543" y="-232230"/>
            <a:ext cx="14311086" cy="734422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CE66A-4A83-1D3F-663C-AA9008A97BF1}"/>
              </a:ext>
            </a:extLst>
          </p:cNvPr>
          <p:cNvSpPr txBox="1"/>
          <p:nvPr/>
        </p:nvSpPr>
        <p:spPr>
          <a:xfrm>
            <a:off x="5103153" y="2613392"/>
            <a:ext cx="198569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0" b="1" i="0" dirty="0">
                <a:solidFill>
                  <a:srgbClr val="665649"/>
                </a:solidFill>
                <a:effectLst/>
                <a:latin typeface="Montserrat" panose="00000500000000000000" pitchFamily="50" charset="0"/>
              </a:rPr>
              <a:t>36</a:t>
            </a:r>
            <a:endParaRPr lang="en-US" sz="10000" dirty="0">
              <a:solidFill>
                <a:srgbClr val="665649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D414F5-03CA-8677-89B7-3EBA778462DA}"/>
              </a:ext>
            </a:extLst>
          </p:cNvPr>
          <p:cNvSpPr txBox="1"/>
          <p:nvPr/>
        </p:nvSpPr>
        <p:spPr>
          <a:xfrm>
            <a:off x="4597273" y="4049253"/>
            <a:ext cx="306905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5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Countries</a:t>
            </a:r>
            <a:endParaRPr lang="en-US" sz="4500" b="1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E9AFD0-5D70-1386-6765-48169F88715A}"/>
              </a:ext>
            </a:extLst>
          </p:cNvPr>
          <p:cNvGrpSpPr/>
          <p:nvPr/>
        </p:nvGrpSpPr>
        <p:grpSpPr>
          <a:xfrm>
            <a:off x="8769380" y="2807545"/>
            <a:ext cx="2466757" cy="1437063"/>
            <a:chOff x="7490043" y="2827634"/>
            <a:chExt cx="2466757" cy="143706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5684D1-29C7-5A8B-8B8D-E43A65BF4482}"/>
                </a:ext>
              </a:extLst>
            </p:cNvPr>
            <p:cNvSpPr txBox="1"/>
            <p:nvPr/>
          </p:nvSpPr>
          <p:spPr>
            <a:xfrm>
              <a:off x="7709200" y="2827634"/>
              <a:ext cx="1942800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7000" b="1" i="0" dirty="0">
                  <a:solidFill>
                    <a:srgbClr val="665649"/>
                  </a:solidFill>
                  <a:effectLst/>
                  <a:latin typeface="Montserrat" panose="00000500000000000000" pitchFamily="50" charset="0"/>
                </a:rPr>
                <a:t>437</a:t>
              </a:r>
              <a:endParaRPr lang="en-US" sz="7000" dirty="0">
                <a:solidFill>
                  <a:srgbClr val="665649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66A9572-0488-1DA5-1365-DD80D4905516}"/>
                </a:ext>
              </a:extLst>
            </p:cNvPr>
            <p:cNvSpPr txBox="1"/>
            <p:nvPr/>
          </p:nvSpPr>
          <p:spPr>
            <a:xfrm>
              <a:off x="7490043" y="3833810"/>
              <a:ext cx="246675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2200" b="1" dirty="0">
                  <a:solidFill>
                    <a:srgbClr val="665649"/>
                  </a:solidFill>
                  <a:latin typeface="Lufga" panose="00000500000000000000" pitchFamily="50" charset="0"/>
                </a:rPr>
                <a:t>Hours of content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854878-FC47-6040-4F71-A341484F0724}"/>
              </a:ext>
            </a:extLst>
          </p:cNvPr>
          <p:cNvGrpSpPr/>
          <p:nvPr/>
        </p:nvGrpSpPr>
        <p:grpSpPr>
          <a:xfrm>
            <a:off x="1216911" y="2807545"/>
            <a:ext cx="2277311" cy="1437063"/>
            <a:chOff x="2716263" y="2792156"/>
            <a:chExt cx="2277311" cy="143706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5BCF9F5-3078-0F06-4BF2-26022C823083}"/>
                </a:ext>
              </a:extLst>
            </p:cNvPr>
            <p:cNvSpPr txBox="1"/>
            <p:nvPr/>
          </p:nvSpPr>
          <p:spPr>
            <a:xfrm>
              <a:off x="2935420" y="2792156"/>
              <a:ext cx="1766537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7000" b="1" i="0" dirty="0">
                  <a:solidFill>
                    <a:srgbClr val="665649"/>
                  </a:solidFill>
                  <a:effectLst/>
                  <a:latin typeface="Montserrat" panose="00000500000000000000" pitchFamily="50" charset="0"/>
                </a:rPr>
                <a:t>62</a:t>
              </a:r>
              <a:endParaRPr lang="en-US" sz="7000" dirty="0">
                <a:solidFill>
                  <a:srgbClr val="665649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EEE805E-4578-2091-AB05-6A23197DFCA0}"/>
                </a:ext>
              </a:extLst>
            </p:cNvPr>
            <p:cNvSpPr txBox="1"/>
            <p:nvPr/>
          </p:nvSpPr>
          <p:spPr>
            <a:xfrm>
              <a:off x="2716263" y="3798332"/>
              <a:ext cx="227731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2200" b="1" i="0" dirty="0">
                  <a:solidFill>
                    <a:srgbClr val="665649"/>
                  </a:solidFill>
                  <a:effectLst/>
                  <a:latin typeface="Lufga" panose="00000500000000000000" pitchFamily="50" charset="0"/>
                </a:rPr>
                <a:t>Locations</a:t>
              </a:r>
              <a:endParaRPr lang="en-US" sz="2200" b="1" dirty="0">
                <a:solidFill>
                  <a:srgbClr val="665649"/>
                </a:solidFill>
                <a:latin typeface="Lufga" panose="00000500000000000000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2347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C2887DB-9292-65C3-4636-4C87E67D2B89}"/>
              </a:ext>
            </a:extLst>
          </p:cNvPr>
          <p:cNvSpPr/>
          <p:nvPr/>
        </p:nvSpPr>
        <p:spPr>
          <a:xfrm>
            <a:off x="0" y="-232229"/>
            <a:ext cx="12192000" cy="709023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5F4CAC-231A-92F8-40E8-800A91B7DD3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665649"/>
                </a:solidFill>
                <a:latin typeface="Lufg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en-US" dirty="0"/>
              <a:t>Code of Conduct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9A91F-394A-CBB0-5F4D-27CBD3DD33E4}"/>
              </a:ext>
            </a:extLst>
          </p:cNvPr>
          <p:cNvSpPr txBox="1"/>
          <p:nvPr/>
        </p:nvSpPr>
        <p:spPr>
          <a:xfrm>
            <a:off x="975363" y="3906157"/>
            <a:ext cx="22926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Be Respectful &amp;</a:t>
            </a:r>
          </a:p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 Considerate</a:t>
            </a:r>
            <a:endParaRPr lang="en-US" sz="2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47F39-71FE-EDB4-9954-5366AAFC31F1}"/>
              </a:ext>
            </a:extLst>
          </p:cNvPr>
          <p:cNvSpPr txBox="1"/>
          <p:nvPr/>
        </p:nvSpPr>
        <p:spPr>
          <a:xfrm>
            <a:off x="4871945" y="3906157"/>
            <a:ext cx="24753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Show Empathy &amp;</a:t>
            </a:r>
          </a:p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 Kindness</a:t>
            </a:r>
            <a:endParaRPr lang="en-US" sz="2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1817E-20AD-ECCF-E2AF-294B58B79C71}"/>
              </a:ext>
            </a:extLst>
          </p:cNvPr>
          <p:cNvSpPr txBox="1"/>
          <p:nvPr/>
        </p:nvSpPr>
        <p:spPr>
          <a:xfrm>
            <a:off x="8951272" y="3906157"/>
            <a:ext cx="20553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Foster </a:t>
            </a:r>
          </a:p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Collaboration</a:t>
            </a:r>
            <a:endParaRPr lang="en-US" sz="2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51F08-0487-A53F-580C-4537BCC685F7}"/>
              </a:ext>
            </a:extLst>
          </p:cNvPr>
          <p:cNvSpPr txBox="1"/>
          <p:nvPr/>
        </p:nvSpPr>
        <p:spPr>
          <a:xfrm>
            <a:off x="7899989" y="6354375"/>
            <a:ext cx="36263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solidFill>
                  <a:srgbClr val="665649"/>
                </a:solidFill>
                <a:latin typeface="Lufga" panose="00000500000000000000" pitchFamily="50" charset="0"/>
              </a:rPr>
              <a:t>globalai.community</a:t>
            </a:r>
            <a:r>
              <a:rPr lang="en-US" sz="1200" i="1" dirty="0">
                <a:solidFill>
                  <a:srgbClr val="665649"/>
                </a:solidFill>
                <a:latin typeface="Lufga" panose="00000500000000000000" pitchFamily="50" charset="0"/>
              </a:rPr>
              <a:t>/about/code-of-conduct/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E13004-FF0B-CC4E-8B77-65C0FC336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050" y="2474543"/>
            <a:ext cx="1325563" cy="13255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3DE4D8-A187-103E-63FB-74F0C9975A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625" y="2527639"/>
            <a:ext cx="1219370" cy="12193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5972EE-B6A7-3F03-0582-923D826071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272" y="2527639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3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49A5BC-7A3D-A9A2-F879-44D0551AD690}"/>
              </a:ext>
            </a:extLst>
          </p:cNvPr>
          <p:cNvSpPr/>
          <p:nvPr/>
        </p:nvSpPr>
        <p:spPr>
          <a:xfrm>
            <a:off x="0" y="-232229"/>
            <a:ext cx="12192000" cy="709023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C58B17-D5C6-6279-6D2F-12B9FF77A8CA}"/>
              </a:ext>
            </a:extLst>
          </p:cNvPr>
          <p:cNvSpPr/>
          <p:nvPr/>
        </p:nvSpPr>
        <p:spPr>
          <a:xfrm>
            <a:off x="4404851" y="277746"/>
            <a:ext cx="3382298" cy="92178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84015-4ACC-A791-2264-0955650027B1}"/>
              </a:ext>
            </a:extLst>
          </p:cNvPr>
          <p:cNvSpPr txBox="1"/>
          <p:nvPr/>
        </p:nvSpPr>
        <p:spPr>
          <a:xfrm>
            <a:off x="5830530" y="415474"/>
            <a:ext cx="18386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</a:rPr>
              <a:t>Welcome Note </a:t>
            </a:r>
          </a:p>
          <a:p>
            <a:pPr algn="ctr"/>
            <a:r>
              <a:rPr lang="en-US" dirty="0">
                <a:solidFill>
                  <a:srgbClr val="665649"/>
                </a:solidFill>
              </a:rPr>
              <a:t>Dux and Dr. Eric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998A68-6F0A-F096-0858-1AB58A30DF25}"/>
              </a:ext>
            </a:extLst>
          </p:cNvPr>
          <p:cNvSpPr txBox="1"/>
          <p:nvPr/>
        </p:nvSpPr>
        <p:spPr>
          <a:xfrm>
            <a:off x="4559315" y="415474"/>
            <a:ext cx="1156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</a:rPr>
              <a:t>10:00 AM </a:t>
            </a:r>
          </a:p>
          <a:p>
            <a:r>
              <a:rPr lang="en-US" dirty="0">
                <a:solidFill>
                  <a:srgbClr val="665649"/>
                </a:solidFill>
              </a:rPr>
              <a:t>10:30 AM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A2DD6-F858-1CBC-BDA3-8BDD59B5D089}"/>
              </a:ext>
            </a:extLst>
          </p:cNvPr>
          <p:cNvCxnSpPr>
            <a:cxnSpLocks/>
          </p:cNvCxnSpPr>
          <p:nvPr/>
        </p:nvCxnSpPr>
        <p:spPr>
          <a:xfrm>
            <a:off x="5715401" y="415474"/>
            <a:ext cx="0" cy="609600"/>
          </a:xfrm>
          <a:prstGeom prst="line">
            <a:avLst/>
          </a:prstGeom>
          <a:ln w="28575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84B7DD-DC72-9737-590D-6B0623EBAC33}"/>
              </a:ext>
            </a:extLst>
          </p:cNvPr>
          <p:cNvGrpSpPr/>
          <p:nvPr/>
        </p:nvGrpSpPr>
        <p:grpSpPr>
          <a:xfrm>
            <a:off x="3397045" y="1619079"/>
            <a:ext cx="5754961" cy="923330"/>
            <a:chOff x="3397045" y="2130356"/>
            <a:chExt cx="5754961" cy="92333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E7A347F-7288-EAD7-7534-D4C6D5096DF5}"/>
                </a:ext>
              </a:extLst>
            </p:cNvPr>
            <p:cNvSpPr/>
            <p:nvPr/>
          </p:nvSpPr>
          <p:spPr>
            <a:xfrm>
              <a:off x="3397045" y="2131126"/>
              <a:ext cx="5397910" cy="921789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B879268-8979-B197-130B-71594E0ACA00}"/>
                </a:ext>
              </a:extLst>
            </p:cNvPr>
            <p:cNvSpPr txBox="1"/>
            <p:nvPr/>
          </p:nvSpPr>
          <p:spPr>
            <a:xfrm>
              <a:off x="4963465" y="2130356"/>
              <a:ext cx="418854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665649"/>
                  </a:solidFill>
                </a:rPr>
                <a:t>Keynote</a:t>
              </a:r>
            </a:p>
            <a:p>
              <a:pPr algn="ctr"/>
              <a:r>
                <a:rPr lang="en-US" dirty="0">
                  <a:solidFill>
                    <a:srgbClr val="665649"/>
                  </a:solidFill>
                </a:rPr>
                <a:t>Henk Boelman, Dona Sarkar, Dux Raymond Sy, Ankur Sharma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3DDDE0-0455-84DC-4AAA-45174821D148}"/>
                </a:ext>
              </a:extLst>
            </p:cNvPr>
            <p:cNvSpPr txBox="1"/>
            <p:nvPr/>
          </p:nvSpPr>
          <p:spPr>
            <a:xfrm>
              <a:off x="3978180" y="2268854"/>
              <a:ext cx="11560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665649"/>
                  </a:solidFill>
                </a:rPr>
                <a:t>10:30 AM </a:t>
              </a:r>
            </a:p>
            <a:p>
              <a:r>
                <a:rPr lang="en-US" dirty="0">
                  <a:solidFill>
                    <a:srgbClr val="665649"/>
                  </a:solidFill>
                </a:rPr>
                <a:t>11:30 AM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0165EDC-BB3F-C597-85E8-A999F8342766}"/>
                </a:ext>
              </a:extLst>
            </p:cNvPr>
            <p:cNvCxnSpPr>
              <a:cxnSpLocks/>
            </p:cNvCxnSpPr>
            <p:nvPr/>
          </p:nvCxnSpPr>
          <p:spPr>
            <a:xfrm>
              <a:off x="5233621" y="2268854"/>
              <a:ext cx="0" cy="609600"/>
            </a:xfrm>
            <a:prstGeom prst="line">
              <a:avLst/>
            </a:prstGeom>
            <a:ln w="28575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B55084-4C5A-D59E-E934-119341D37491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6096000" y="1199535"/>
            <a:ext cx="0" cy="420314"/>
          </a:xfrm>
          <a:prstGeom prst="straightConnector1">
            <a:avLst/>
          </a:prstGeom>
          <a:ln w="28575"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AC2D87-E6FC-3367-E6CE-7D11CFBF964F}"/>
              </a:ext>
            </a:extLst>
          </p:cNvPr>
          <p:cNvSpPr/>
          <p:nvPr/>
        </p:nvSpPr>
        <p:spPr>
          <a:xfrm>
            <a:off x="1510482" y="29619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A0D13E-3272-39E0-870B-D6FD8A9C9F44}"/>
              </a:ext>
            </a:extLst>
          </p:cNvPr>
          <p:cNvSpPr txBox="1"/>
          <p:nvPr/>
        </p:nvSpPr>
        <p:spPr>
          <a:xfrm>
            <a:off x="1453946" y="2997723"/>
            <a:ext cx="2197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Lecture Theatre 5</a:t>
            </a:r>
          </a:p>
          <a:p>
            <a:pPr algn="ctr"/>
            <a:r>
              <a:rPr lang="en-US" sz="1600" dirty="0">
                <a:solidFill>
                  <a:srgbClr val="665649"/>
                </a:solidFill>
              </a:rPr>
              <a:t>English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F7FA77A-D9D5-5087-0F87-F4580620B94F}"/>
              </a:ext>
            </a:extLst>
          </p:cNvPr>
          <p:cNvSpPr/>
          <p:nvPr/>
        </p:nvSpPr>
        <p:spPr>
          <a:xfrm>
            <a:off x="3872682" y="29619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1C95BF-E4BA-7538-EA44-A34492493ED7}"/>
              </a:ext>
            </a:extLst>
          </p:cNvPr>
          <p:cNvSpPr txBox="1"/>
          <p:nvPr/>
        </p:nvSpPr>
        <p:spPr>
          <a:xfrm>
            <a:off x="3816146" y="2997723"/>
            <a:ext cx="2197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Lecture Theatre 2</a:t>
            </a:r>
          </a:p>
          <a:p>
            <a:pPr algn="ctr"/>
            <a:r>
              <a:rPr lang="en-US" sz="1600" dirty="0">
                <a:solidFill>
                  <a:srgbClr val="665649"/>
                </a:solidFill>
              </a:rPr>
              <a:t>Cantonese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03068C-99F1-6D3F-0397-88B1A95B66CD}"/>
              </a:ext>
            </a:extLst>
          </p:cNvPr>
          <p:cNvSpPr/>
          <p:nvPr/>
        </p:nvSpPr>
        <p:spPr>
          <a:xfrm>
            <a:off x="6234882" y="29619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343EFC-86A5-3B9E-F70C-A31D2C533ADD}"/>
              </a:ext>
            </a:extLst>
          </p:cNvPr>
          <p:cNvSpPr txBox="1"/>
          <p:nvPr/>
        </p:nvSpPr>
        <p:spPr>
          <a:xfrm>
            <a:off x="6178346" y="2997723"/>
            <a:ext cx="2197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Cybersecurity </a:t>
            </a:r>
          </a:p>
          <a:p>
            <a:pPr algn="ctr"/>
            <a:r>
              <a:rPr lang="en-US" sz="1600" dirty="0">
                <a:solidFill>
                  <a:srgbClr val="665649"/>
                </a:solidFill>
              </a:rPr>
              <a:t>Ctr 412, 413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E53AC7B-2C22-BA2F-77A9-7AE194AF404A}"/>
              </a:ext>
            </a:extLst>
          </p:cNvPr>
          <p:cNvSpPr/>
          <p:nvPr/>
        </p:nvSpPr>
        <p:spPr>
          <a:xfrm>
            <a:off x="8597082" y="29619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672470-14D8-B4E2-457F-5DAB9EFC6284}"/>
              </a:ext>
            </a:extLst>
          </p:cNvPr>
          <p:cNvSpPr txBox="1"/>
          <p:nvPr/>
        </p:nvSpPr>
        <p:spPr>
          <a:xfrm>
            <a:off x="8540546" y="2997723"/>
            <a:ext cx="2197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Computer Room</a:t>
            </a:r>
          </a:p>
          <a:p>
            <a:pPr algn="ctr"/>
            <a:r>
              <a:rPr lang="en-US" sz="1600" dirty="0">
                <a:solidFill>
                  <a:srgbClr val="665649"/>
                </a:solidFill>
              </a:rPr>
              <a:t>511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65A31507-CD2B-9F5E-0651-F8B3CC6E0A69}"/>
              </a:ext>
            </a:extLst>
          </p:cNvPr>
          <p:cNvCxnSpPr>
            <a:endCxn id="23" idx="0"/>
          </p:cNvCxnSpPr>
          <p:nvPr/>
        </p:nvCxnSpPr>
        <p:spPr>
          <a:xfrm rot="10800000" flipV="1">
            <a:off x="2552702" y="2541638"/>
            <a:ext cx="3543298" cy="420314"/>
          </a:xfrm>
          <a:prstGeom prst="curvedConnector2">
            <a:avLst/>
          </a:prstGeom>
          <a:ln>
            <a:solidFill>
              <a:srgbClr val="665649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EB7DC325-A70A-D120-DB0F-B81EEF0A5AC0}"/>
              </a:ext>
            </a:extLst>
          </p:cNvPr>
          <p:cNvCxnSpPr>
            <a:stCxn id="14" idx="2"/>
            <a:endCxn id="33" idx="0"/>
          </p:cNvCxnSpPr>
          <p:nvPr/>
        </p:nvCxnSpPr>
        <p:spPr>
          <a:xfrm rot="5400000">
            <a:off x="5277409" y="2179131"/>
            <a:ext cx="456085" cy="1181099"/>
          </a:xfrm>
          <a:prstGeom prst="curvedConnector3">
            <a:avLst/>
          </a:prstGeom>
          <a:ln>
            <a:solidFill>
              <a:srgbClr val="665649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6D8CCE87-7EC1-81AB-5421-3BBE9E8C1F51}"/>
              </a:ext>
            </a:extLst>
          </p:cNvPr>
          <p:cNvCxnSpPr>
            <a:endCxn id="35" idx="0"/>
          </p:cNvCxnSpPr>
          <p:nvPr/>
        </p:nvCxnSpPr>
        <p:spPr>
          <a:xfrm>
            <a:off x="6096000" y="2541638"/>
            <a:ext cx="1181102" cy="420314"/>
          </a:xfrm>
          <a:prstGeom prst="curvedConnector2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E17FD592-1793-BC4D-4F2F-FF6678D28A3A}"/>
              </a:ext>
            </a:extLst>
          </p:cNvPr>
          <p:cNvCxnSpPr>
            <a:endCxn id="39" idx="0"/>
          </p:cNvCxnSpPr>
          <p:nvPr/>
        </p:nvCxnSpPr>
        <p:spPr>
          <a:xfrm>
            <a:off x="6096000" y="2541638"/>
            <a:ext cx="3543301" cy="456085"/>
          </a:xfrm>
          <a:prstGeom prst="curvedConnector2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75DFBF-AB91-4F72-8D13-80A74C1190C0}"/>
              </a:ext>
            </a:extLst>
          </p:cNvPr>
          <p:cNvGrpSpPr/>
          <p:nvPr/>
        </p:nvGrpSpPr>
        <p:grpSpPr>
          <a:xfrm>
            <a:off x="1510482" y="3884512"/>
            <a:ext cx="9171039" cy="420316"/>
            <a:chOff x="1510482" y="4189312"/>
            <a:chExt cx="9171039" cy="420316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AE066BDA-C459-4A37-A195-072C16041B69}"/>
                </a:ext>
              </a:extLst>
            </p:cNvPr>
            <p:cNvSpPr/>
            <p:nvPr/>
          </p:nvSpPr>
          <p:spPr>
            <a:xfrm>
              <a:off x="1510482" y="4189312"/>
              <a:ext cx="917103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B0BBD7-7E79-CB18-0718-3885852A1A07}"/>
                </a:ext>
              </a:extLst>
            </p:cNvPr>
            <p:cNvSpPr txBox="1"/>
            <p:nvPr/>
          </p:nvSpPr>
          <p:spPr>
            <a:xfrm>
              <a:off x="6234882" y="4230193"/>
              <a:ext cx="11798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Lunch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58DDB4C-3BAA-412E-4AE9-A93C5FF7EB6E}"/>
                </a:ext>
              </a:extLst>
            </p:cNvPr>
            <p:cNvSpPr txBox="1"/>
            <p:nvPr/>
          </p:nvSpPr>
          <p:spPr>
            <a:xfrm>
              <a:off x="3872682" y="4241967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01:00 PM – 01:30 PM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EC9B8EC-9D67-5B97-7D5F-55E8BADECD6B}"/>
              </a:ext>
            </a:extLst>
          </p:cNvPr>
          <p:cNvGrpSpPr/>
          <p:nvPr/>
        </p:nvGrpSpPr>
        <p:grpSpPr>
          <a:xfrm>
            <a:off x="1510482" y="4469287"/>
            <a:ext cx="9171039" cy="420316"/>
            <a:chOff x="1510482" y="4189312"/>
            <a:chExt cx="9171039" cy="420316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EC75EEA-D14A-E38B-5293-F0144C999B6F}"/>
                </a:ext>
              </a:extLst>
            </p:cNvPr>
            <p:cNvSpPr/>
            <p:nvPr/>
          </p:nvSpPr>
          <p:spPr>
            <a:xfrm>
              <a:off x="1510482" y="4189312"/>
              <a:ext cx="917103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2B8B39C-98E6-20C2-2157-C1334BC57AC0}"/>
                </a:ext>
              </a:extLst>
            </p:cNvPr>
            <p:cNvSpPr txBox="1"/>
            <p:nvPr/>
          </p:nvSpPr>
          <p:spPr>
            <a:xfrm>
              <a:off x="6234882" y="4230193"/>
              <a:ext cx="11798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0C1239-246F-DE16-87D0-145A8C131517}"/>
                </a:ext>
              </a:extLst>
            </p:cNvPr>
            <p:cNvSpPr txBox="1"/>
            <p:nvPr/>
          </p:nvSpPr>
          <p:spPr>
            <a:xfrm>
              <a:off x="3872682" y="4241967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01:30 PM – 03:30 PM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A34058C-D754-06F6-EFB1-22295DCA9D38}"/>
              </a:ext>
            </a:extLst>
          </p:cNvPr>
          <p:cNvGrpSpPr/>
          <p:nvPr/>
        </p:nvGrpSpPr>
        <p:grpSpPr>
          <a:xfrm>
            <a:off x="1510482" y="5054062"/>
            <a:ext cx="9171039" cy="420316"/>
            <a:chOff x="1510482" y="4189312"/>
            <a:chExt cx="9171039" cy="420316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E962498-69E7-D28B-828B-F2C5D9394557}"/>
                </a:ext>
              </a:extLst>
            </p:cNvPr>
            <p:cNvSpPr/>
            <p:nvPr/>
          </p:nvSpPr>
          <p:spPr>
            <a:xfrm>
              <a:off x="1510482" y="4189312"/>
              <a:ext cx="917103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58E7400-CE45-FBA1-082D-F9E11CCD0978}"/>
                </a:ext>
              </a:extLst>
            </p:cNvPr>
            <p:cNvSpPr txBox="1"/>
            <p:nvPr/>
          </p:nvSpPr>
          <p:spPr>
            <a:xfrm>
              <a:off x="6234882" y="4230193"/>
              <a:ext cx="11798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Break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E3A8851-42F9-F8D9-8C7A-C4B5FB991BF7}"/>
                </a:ext>
              </a:extLst>
            </p:cNvPr>
            <p:cNvSpPr txBox="1"/>
            <p:nvPr/>
          </p:nvSpPr>
          <p:spPr>
            <a:xfrm>
              <a:off x="3872682" y="4241967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03:00 PM – 04:00 PM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96BD13F-3435-8E6A-FA33-07DD682A250D}"/>
              </a:ext>
            </a:extLst>
          </p:cNvPr>
          <p:cNvGrpSpPr/>
          <p:nvPr/>
        </p:nvGrpSpPr>
        <p:grpSpPr>
          <a:xfrm>
            <a:off x="1510482" y="5638837"/>
            <a:ext cx="9171039" cy="420316"/>
            <a:chOff x="1510482" y="4189312"/>
            <a:chExt cx="9171039" cy="420316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337120DE-957B-C396-E754-0DC91053A3DA}"/>
                </a:ext>
              </a:extLst>
            </p:cNvPr>
            <p:cNvSpPr/>
            <p:nvPr/>
          </p:nvSpPr>
          <p:spPr>
            <a:xfrm>
              <a:off x="1510482" y="4189312"/>
              <a:ext cx="917103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7E92EE8-34D9-C17F-3AFE-38B17C4D2FFE}"/>
                </a:ext>
              </a:extLst>
            </p:cNvPr>
            <p:cNvSpPr txBox="1"/>
            <p:nvPr/>
          </p:nvSpPr>
          <p:spPr>
            <a:xfrm>
              <a:off x="6234882" y="4230193"/>
              <a:ext cx="11798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FF2BE06-58F3-EABB-A4C0-0BBD1135F38D}"/>
                </a:ext>
              </a:extLst>
            </p:cNvPr>
            <p:cNvSpPr txBox="1"/>
            <p:nvPr/>
          </p:nvSpPr>
          <p:spPr>
            <a:xfrm>
              <a:off x="3872682" y="4241967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04:00 PM – 04:30 PM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7BF5A96-F64C-48B3-E813-7AC202FF3BCA}"/>
              </a:ext>
            </a:extLst>
          </p:cNvPr>
          <p:cNvGrpSpPr/>
          <p:nvPr/>
        </p:nvGrpSpPr>
        <p:grpSpPr>
          <a:xfrm>
            <a:off x="1510482" y="6232368"/>
            <a:ext cx="9171039" cy="420316"/>
            <a:chOff x="1510482" y="4189312"/>
            <a:chExt cx="9171039" cy="420316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DFEF549F-FB49-3E47-F202-998B26D7A333}"/>
                </a:ext>
              </a:extLst>
            </p:cNvPr>
            <p:cNvSpPr/>
            <p:nvPr/>
          </p:nvSpPr>
          <p:spPr>
            <a:xfrm>
              <a:off x="1510482" y="4189312"/>
              <a:ext cx="917103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C6CA0C1-E9AD-349E-0B84-5DD329EFBCFB}"/>
                </a:ext>
              </a:extLst>
            </p:cNvPr>
            <p:cNvSpPr txBox="1"/>
            <p:nvPr/>
          </p:nvSpPr>
          <p:spPr>
            <a:xfrm>
              <a:off x="6234882" y="4230193"/>
              <a:ext cx="19851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Raffle and Closing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5A9BB1C-E269-8576-876E-853400C1B8AD}"/>
                </a:ext>
              </a:extLst>
            </p:cNvPr>
            <p:cNvSpPr txBox="1"/>
            <p:nvPr/>
          </p:nvSpPr>
          <p:spPr>
            <a:xfrm>
              <a:off x="3872682" y="4241967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05:00 PM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186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9373-CEC8-8B01-81ED-695E818A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feedback matters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BDD591-90B9-5258-F790-7F0C3EED6A1A}"/>
              </a:ext>
            </a:extLst>
          </p:cNvPr>
          <p:cNvSpPr/>
          <p:nvPr/>
        </p:nvSpPr>
        <p:spPr>
          <a:xfrm>
            <a:off x="4232422" y="2033894"/>
            <a:ext cx="3613720" cy="3137704"/>
          </a:xfrm>
          <a:prstGeom prst="roundRect">
            <a:avLst/>
          </a:prstGeom>
          <a:noFill/>
          <a:ln w="28575">
            <a:solidFill>
              <a:srgbClr val="DDD7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06383-FF47-B4A8-408C-CE3A9F313DDE}"/>
              </a:ext>
            </a:extLst>
          </p:cNvPr>
          <p:cNvSpPr txBox="1"/>
          <p:nvPr/>
        </p:nvSpPr>
        <p:spPr>
          <a:xfrm>
            <a:off x="4411885" y="5613298"/>
            <a:ext cx="336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  <a:latin typeface="Lufga" panose="00000500000000000000" pitchFamily="50" charset="0"/>
              </a:rPr>
              <a:t>Add feedback QR code here</a:t>
            </a:r>
          </a:p>
        </p:txBody>
      </p:sp>
    </p:spTree>
    <p:extLst>
      <p:ext uri="{BB962C8B-B14F-4D97-AF65-F5344CB8AC3E}">
        <p14:creationId xmlns:p14="http://schemas.microsoft.com/office/powerpoint/2010/main" val="1676759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61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147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Montserrat</vt:lpstr>
      <vt:lpstr>Lufga</vt:lpstr>
      <vt:lpstr>Aptos</vt:lpstr>
      <vt:lpstr>Arial</vt:lpstr>
      <vt:lpstr>Office Theme</vt:lpstr>
      <vt:lpstr>PowerPoint Presentation</vt:lpstr>
      <vt:lpstr>Made Possible by</vt:lpstr>
      <vt:lpstr>PowerPoint Presentation</vt:lpstr>
      <vt:lpstr>PowerPoint Presentation</vt:lpstr>
      <vt:lpstr>Join the AI Conversation  on Discord</vt:lpstr>
      <vt:lpstr>PowerPoint Presentation</vt:lpstr>
      <vt:lpstr>Your feedback matters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6</cp:revision>
  <dcterms:created xsi:type="dcterms:W3CDTF">2026-01-27T07:16:52Z</dcterms:created>
  <dcterms:modified xsi:type="dcterms:W3CDTF">2026-04-10T06:00:51Z</dcterms:modified>
</cp:coreProperties>
</file>